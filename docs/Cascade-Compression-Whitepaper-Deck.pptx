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9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98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2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Layout+xml" PartName="/ppt/slideLayouts/slideLayout9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03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101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99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100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698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6858000" cx="12192000"/>
  <p:notesSz cx="6858000" cy="9144000"/>
  <p:embeddedFontLst>
    <p:embeddedFont>
      <p:font typeface="Red Hat Text Medium"/>
      <p:regular r:id="rId19"/>
      <p:bold r:id="rId20"/>
      <p:italic r:id="rId21"/>
      <p:boldItalic r:id="rId22"/>
    </p:embeddedFont>
    <p:embeddedFont>
      <p:font typeface="Red Hat Display Medium"/>
      <p:regular r:id="rId23"/>
      <p:bold r:id="rId24"/>
      <p:italic r:id="rId25"/>
      <p:boldItalic r:id="rId26"/>
    </p:embeddedFont>
    <p:embeddedFont>
      <p:font typeface="Red Hat Display"/>
      <p:regular r:id="rId27"/>
      <p:bold r:id="rId28"/>
      <p:italic r:id="rId29"/>
      <p:boldItalic r:id="rId30"/>
    </p:embeddedFont>
    <p:embeddedFont>
      <p:font typeface="Red Hat Text"/>
      <p:regular r:id="rId31"/>
      <p:bold r:id="rId32"/>
      <p:italic r:id="rId33"/>
      <p:boldItalic r:id="rId34"/>
    </p:embeddedFont>
    <p:embeddedFont>
      <p:font typeface="Red Hat Display ExtraBold"/>
      <p:bold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558">
          <p15:clr>
            <a:srgbClr val="9AA0A6"/>
          </p15:clr>
        </p15:guide>
      </p15:sldGuideLst>
    </p:ext>
    <p:ext uri="GoogleSlidesCustomDataVersion2">
      <go:slidesCustomData xmlns:go="http://customooxmlschemas.google.com/" r:id="rId37" roundtripDataSignature="AMtx7mh3Y+bziJrDmUKbD/kCY3e6Z9K9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20A139-6616-47C7-910B-F2F33504DC0B}">
  <a:tblStyle styleId="{F620A139-6616-47C7-910B-F2F33504DC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55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RedHatText-regular.fntdata"/><Relationship Id="rId30" Type="http://schemas.openxmlformats.org/officeDocument/2006/relationships/font" Target="fonts/RedHatDisplay-boldItalic.fntdata"/><Relationship Id="rId33" Type="http://schemas.openxmlformats.org/officeDocument/2006/relationships/font" Target="fonts/RedHatText-italic.fntdata"/><Relationship Id="rId32" Type="http://schemas.openxmlformats.org/officeDocument/2006/relationships/font" Target="fonts/RedHatText-bold.fntdata"/><Relationship Id="rId35" Type="http://schemas.openxmlformats.org/officeDocument/2006/relationships/font" Target="fonts/RedHatDisplayExtraBold-bold.fntdata"/><Relationship Id="rId34" Type="http://schemas.openxmlformats.org/officeDocument/2006/relationships/font" Target="fonts/RedHatText-boldItalic.fntdata"/><Relationship Id="rId37" Type="http://customschemas.google.com/relationships/presentationmetadata" Target="metadata"/><Relationship Id="rId36" Type="http://schemas.openxmlformats.org/officeDocument/2006/relationships/font" Target="fonts/RedHatDisplayExtraBold-boldItalic.fntdata"/><Relationship Id="rId20" Type="http://schemas.openxmlformats.org/officeDocument/2006/relationships/font" Target="fonts/RedHatTextMedium-bold.fntdata"/><Relationship Id="rId22" Type="http://schemas.openxmlformats.org/officeDocument/2006/relationships/font" Target="fonts/RedHatTextMedium-boldItalic.fntdata"/><Relationship Id="rId21" Type="http://schemas.openxmlformats.org/officeDocument/2006/relationships/font" Target="fonts/RedHatTextMedium-italic.fntdata"/><Relationship Id="rId24" Type="http://schemas.openxmlformats.org/officeDocument/2006/relationships/font" Target="fonts/RedHatDisplayMedium-bold.fntdata"/><Relationship Id="rId23" Type="http://schemas.openxmlformats.org/officeDocument/2006/relationships/font" Target="fonts/RedHatDisplayMedium-regular.fntdata"/><Relationship Id="rId26" Type="http://schemas.openxmlformats.org/officeDocument/2006/relationships/font" Target="fonts/RedHatDisplayMedium-boldItalic.fntdata"/><Relationship Id="rId25" Type="http://schemas.openxmlformats.org/officeDocument/2006/relationships/font" Target="fonts/RedHatDisplayMedium-italic.fntdata"/><Relationship Id="rId28" Type="http://schemas.openxmlformats.org/officeDocument/2006/relationships/font" Target="fonts/RedHatDisplay-bold.fntdata"/><Relationship Id="rId27" Type="http://schemas.openxmlformats.org/officeDocument/2006/relationships/font" Target="fonts/RedHatDisplay-regular.fntdata"/><Relationship Id="rId29" Type="http://schemas.openxmlformats.org/officeDocument/2006/relationships/font" Target="fonts/RedHatDisplay-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font" Target="fonts/RedHatTextMedium-regular.fntdata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8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0" name="Google Shape;1630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7" name="Shape 1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Google Shape;163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9" name="Google Shape;163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9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1" name="Google Shape;1651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0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2" name="Google Shape;16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8" name="Shape 1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" name="Google Shape;169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0" name="Google Shape;1700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7" name="Shape 1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8" name="Google Shape;1708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9" name="Google Shape;1709;p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0" name="Shape 1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1" name="Google Shape;1721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2" name="Google Shape;1722;p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3" name="Shape 1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Google Shape;1744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8" name="Shape 1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0" name="Google Shape;1760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1" name="Shape 1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2" name="Google Shape;178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3" name="Google Shape;1783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g3f699196abe_36_130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3" name="Google Shape;1803;g3f699196abe_36_130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9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">
  <p:cSld name="TITLE_2_1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2" name="Google Shape;12;p1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1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1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" name="Google Shape;16;p1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7" name="Google Shape;17;p1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p1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" name="Google Shape;19;p12" title="presentation-template-OpenShift-RH-lwetzel_cover-slide_A-dark.png"/>
          <p:cNvPicPr preferRelativeResize="0"/>
          <p:nvPr/>
        </p:nvPicPr>
        <p:blipFill rotWithShape="1">
          <a:blip r:embed="rId2">
            <a:alphaModFix/>
          </a:blip>
          <a:srcRect b="18208" l="66083" r="0" t="5064"/>
          <a:stretch/>
        </p:blipFill>
        <p:spPr>
          <a:xfrm>
            <a:off x="8404050" y="636650"/>
            <a:ext cx="3788027" cy="482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1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17025" y="6191200"/>
            <a:ext cx="2247726" cy="30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">
  <p:cSld name="CUSTOM_4_1_1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1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4" name="Google Shape;24;p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p1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" name="Google Shape;27;p13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8" name="Google Shape;28;p13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0" name="Google Shape;30;p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two column body">
  <p:cSld name="CUSTOM_4_17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Google Shape;32;p1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" name="Google Shape;33;p1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1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p1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" name="Google Shape;36;p15"/>
          <p:cNvSpPr txBox="1"/>
          <p:nvPr>
            <p:ph idx="2" type="body"/>
          </p:nvPr>
        </p:nvSpPr>
        <p:spPr>
          <a:xfrm>
            <a:off x="885125" y="2291177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37" name="Google Shape;37;p15"/>
          <p:cNvSpPr txBox="1"/>
          <p:nvPr>
            <p:ph idx="3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38" name="Google Shape;38;p15"/>
          <p:cNvSpPr txBox="1"/>
          <p:nvPr>
            <p:ph idx="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9" name="Google Shape;39;p1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0" name="Google Shape;40;p15"/>
          <p:cNvSpPr txBox="1"/>
          <p:nvPr>
            <p:ph idx="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1" name="Google Shape;41;p1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">
  <p:cSld name="CUSTOM_4_14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4" name="Google Shape;44;p1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5" name="Google Shape;45;p1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46" name="Google Shape;46;p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7" name="Google Shape;47;p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" name="Google Shape;49;p1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50" name="Google Shape;50;p18"/>
          <p:cNvCxnSpPr/>
          <p:nvPr/>
        </p:nvCxnSpPr>
        <p:spPr>
          <a:xfrm>
            <a:off x="43061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51" name="Google Shape;51;p18"/>
          <p:cNvCxnSpPr/>
          <p:nvPr/>
        </p:nvCxnSpPr>
        <p:spPr>
          <a:xfrm>
            <a:off x="78858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52" name="Google Shape;52;p1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3" name="Google Shape;53;p1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54" name="Google Shape;54;p1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5" name="Google Shape;55;p1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56" name="Google Shape;56;p1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7" name="Google Shape;57;p1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58" name="Google Shape;58;p1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9" name="Google Shape;59;p1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0" name="Google Shape;60;p1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1" name="Google Shape;61;p1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USTOM_3_2_1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9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64" name="Google Shape;64;p1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19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66" name="Google Shape;66;p19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19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9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" name="Google Shape;70;p19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1" name="Google Shape;71;p19"/>
          <p:cNvSpPr txBox="1"/>
          <p:nvPr/>
        </p:nvSpPr>
        <p:spPr>
          <a:xfrm>
            <a:off x="5903450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2" name="Google Shape;72;p19"/>
          <p:cNvSpPr txBox="1"/>
          <p:nvPr/>
        </p:nvSpPr>
        <p:spPr>
          <a:xfrm>
            <a:off x="5903450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73" name="Google Shape;73;p19"/>
          <p:cNvSpPr txBox="1"/>
          <p:nvPr/>
        </p:nvSpPr>
        <p:spPr>
          <a:xfrm>
            <a:off x="8815525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facebook.com/redhatinc</a:t>
            </a:r>
            <a:endParaRPr b="0" i="0" sz="1200" u="none" cap="none" strike="noStrike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  <p:sp>
        <p:nvSpPr>
          <p:cNvPr id="74" name="Google Shape;74;p19"/>
          <p:cNvSpPr txBox="1"/>
          <p:nvPr/>
        </p:nvSpPr>
        <p:spPr>
          <a:xfrm>
            <a:off x="8815525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twitter.com/RedHat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75" name="Google Shape;7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6459" y="51803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86459" y="46752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0534" y="51803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0534" y="46752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9" title="Logo-Red_Hat-Intel-A-Standard-RGB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olumn">
  <p:cSld name="CUSTOM_4_3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Google Shape;81;p1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" name="Google Shape;82;p1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1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85" name="Google Shape;85;p14"/>
          <p:cNvCxnSpPr/>
          <p:nvPr/>
        </p:nvCxnSpPr>
        <p:spPr>
          <a:xfrm>
            <a:off x="43061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6" name="Google Shape;86;p14"/>
          <p:cNvCxnSpPr/>
          <p:nvPr/>
        </p:nvCxnSpPr>
        <p:spPr>
          <a:xfrm>
            <a:off x="78858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87" name="Google Shape;87;p14"/>
          <p:cNvSpPr txBox="1"/>
          <p:nvPr>
            <p:ph idx="2" type="subTitle"/>
          </p:nvPr>
        </p:nvSpPr>
        <p:spPr>
          <a:xfrm>
            <a:off x="44683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" name="Google Shape;88;p14"/>
          <p:cNvSpPr txBox="1"/>
          <p:nvPr>
            <p:ph idx="3" type="subTitle"/>
          </p:nvPr>
        </p:nvSpPr>
        <p:spPr>
          <a:xfrm>
            <a:off x="44684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9" name="Google Shape;89;p14"/>
          <p:cNvSpPr txBox="1"/>
          <p:nvPr>
            <p:ph idx="4" type="subTitle"/>
          </p:nvPr>
        </p:nvSpPr>
        <p:spPr>
          <a:xfrm>
            <a:off x="80480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0" name="Google Shape;90;p14"/>
          <p:cNvSpPr txBox="1"/>
          <p:nvPr>
            <p:ph idx="5" type="subTitle"/>
          </p:nvPr>
        </p:nvSpPr>
        <p:spPr>
          <a:xfrm>
            <a:off x="80481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1" name="Google Shape;91;p14"/>
          <p:cNvSpPr txBox="1"/>
          <p:nvPr>
            <p:ph idx="6" type="subTitle"/>
          </p:nvPr>
        </p:nvSpPr>
        <p:spPr>
          <a:xfrm>
            <a:off x="8886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" name="Google Shape;92;p14"/>
          <p:cNvSpPr txBox="1"/>
          <p:nvPr>
            <p:ph idx="7" type="subTitle"/>
          </p:nvPr>
        </p:nvSpPr>
        <p:spPr>
          <a:xfrm>
            <a:off x="8887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3" name="Google Shape;93;p14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4" name="Google Shape;94;p1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95" name="Google Shape;95;p14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96" name="Google Shape;96;p1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, subhead, and body">
  <p:cSld name="CUSTOM_4_17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9" name="Google Shape;99;p1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cxnSp>
        <p:nvCxnSpPr>
          <p:cNvPr id="100" name="Google Shape;100;p1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1" name="Google Shape;101;p1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1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6"/>
          <p:cNvSpPr txBox="1"/>
          <p:nvPr>
            <p:ph idx="2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4" name="Google Shape;104;p1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idx="4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06" name="Google Shape;106;p1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and column body">
  <p:cSld name="CUSTOM_4_17_1_1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" name="Google Shape;110;p1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" name="Google Shape;111;p1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2" name="Google Shape;112;p17"/>
          <p:cNvSpPr txBox="1"/>
          <p:nvPr>
            <p:ph idx="2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4" name="Google Shape;114;p1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5" name="Google Shape;115;p1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6" name="Google Shape;116;p1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/>
          <p:nvPr/>
        </p:nvSpPr>
        <p:spPr>
          <a:xfrm>
            <a:off x="8877225" y="5878875"/>
            <a:ext cx="3314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0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2" name="Google Shape;122;p20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23" name="Google Shape;123;p2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p2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5" name="Google Shape;1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closing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1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30" name="Google Shape;1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1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35" name="Google Shape;135;p21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37" name="Google Shape;137;p21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38" name="Google Shape;138;p21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41" name="Google Shape;141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">
  <p:cSld name="TITLE_2">
    <p:bg>
      <p:bgPr>
        <a:solidFill>
          <a:srgbClr val="1B0D33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44" name="Google Shape;144;p2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6" name="Google Shape;146;p2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7" name="Google Shape;147;p2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8" name="Google Shape;148;p2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49" name="Google Shape;149;p2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1" name="Google Shape;151;p2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 1">
  <p:cSld name="TITLE_2_1_1">
    <p:bg>
      <p:bgPr>
        <a:solidFill>
          <a:schemeClr val="dk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6" name="Google Shape;156;p23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7" name="Google Shape;157;p23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8" name="Google Shape;158;p23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59" name="Google Shape;159;p2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1" name="Google Shape;161;p23" title="presentation-template-OpenShift-RH-lwetzel_cover-slide_collage-dark.png"/>
          <p:cNvPicPr preferRelativeResize="0"/>
          <p:nvPr/>
        </p:nvPicPr>
        <p:blipFill rotWithShape="1">
          <a:blip r:embed="rId2">
            <a:alphaModFix/>
          </a:blip>
          <a:srcRect b="14809" l="62774" r="0" t="12166"/>
          <a:stretch/>
        </p:blipFill>
        <p:spPr>
          <a:xfrm>
            <a:off x="8658550" y="933600"/>
            <a:ext cx="3533450" cy="3899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">
  <p:cSld name="TITLE_1_1">
    <p:bg>
      <p:bgPr>
        <a:solidFill>
          <a:srgbClr val="1B0D33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/>
          <p:nvPr/>
        </p:nvSpPr>
        <p:spPr>
          <a:xfrm>
            <a:off x="0" y="5857028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65" name="Google Shape;165;p24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4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67" name="Google Shape;167;p24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8" name="Google Shape;168;p24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69" name="Google Shape;169;p24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0" name="Google Shape;170;p24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1" name="Google Shape;171;p24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72" name="Google Shape;172;p24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3" name="Google Shape;173;p2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2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5" name="Google Shape;17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4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 1">
  <p:cSld name="TITLE_1_1_2">
    <p:bg>
      <p:bgPr>
        <a:solidFill>
          <a:schemeClr val="dk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2" name="Google Shape;182;p25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5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84" name="Google Shape;184;p25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5" name="Google Shape;185;p25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6" name="Google Shape;186;p25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7" name="Google Shape;187;p25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89" name="Google Shape;189;p25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0" name="Google Shape;190;p2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p2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2" name="Google Shape;192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5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Image">
  <p:cSld name="TITLE_1_1_1">
    <p:bg>
      <p:bgPr>
        <a:solidFill>
          <a:schemeClr val="lt1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6"/>
          <p:cNvSpPr/>
          <p:nvPr/>
        </p:nvSpPr>
        <p:spPr>
          <a:xfrm>
            <a:off x="8808450" y="5878875"/>
            <a:ext cx="3383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9" name="Google Shape;199;p26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0" name="Google Shape;200;p2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2" name="Google Shape;202;p2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ebinar title">
  <p:cSld name="TITLE_3">
    <p:bg>
      <p:bgPr>
        <a:solidFill>
          <a:srgbClr val="EBEBEB">
            <a:alpha val="0"/>
          </a:srgbClr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9200" y="762000"/>
            <a:ext cx="2145944" cy="50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7"/>
          <p:cNvSpPr txBox="1"/>
          <p:nvPr>
            <p:ph idx="1" type="subTitle"/>
          </p:nvPr>
        </p:nvSpPr>
        <p:spPr>
          <a:xfrm>
            <a:off x="1169325" y="44362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2800"/>
              <a:buFont typeface="Red Hat Display"/>
              <a:buNone/>
              <a:defRPr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27"/>
          <p:cNvSpPr txBox="1"/>
          <p:nvPr>
            <p:ph type="title"/>
          </p:nvPr>
        </p:nvSpPr>
        <p:spPr>
          <a:xfrm>
            <a:off x="1169475" y="2658025"/>
            <a:ext cx="9871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7" name="Google Shape;207;p27"/>
          <p:cNvSpPr txBox="1"/>
          <p:nvPr>
            <p:ph idx="2" type="subTitle"/>
          </p:nvPr>
        </p:nvSpPr>
        <p:spPr>
          <a:xfrm>
            <a:off x="1169325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08" name="Google Shape;208;p27"/>
          <p:cNvSpPr txBox="1"/>
          <p:nvPr>
            <p:ph idx="3" type="subTitle"/>
          </p:nvPr>
        </p:nvSpPr>
        <p:spPr>
          <a:xfrm>
            <a:off x="3557450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09" name="Google Shape;209;p2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2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1" name="Google Shape;211;p2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5978524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A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8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14" name="Google Shape;214;p2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5" name="Google Shape;215;p2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6" name="Google Shape;216;p2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17" name="Google Shape;217;p28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9pPr>
          </a:lstStyle>
          <a:p/>
        </p:txBody>
      </p:sp>
      <p:sp>
        <p:nvSpPr>
          <p:cNvPr id="218" name="Google Shape;218;p2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9" name="Google Shape;219;p2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021209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B">
  <p:cSld name="CUSTOM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9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22" name="Google Shape;222;p2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3" name="Google Shape;223;p2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29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25" name="Google Shape;225;p29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2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29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3026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A">
  <p:cSld name="CUSTOM_2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9" name="Google Shape;229;p3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0" name="Google Shape;230;p3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p3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32" name="Google Shape;232;p3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3" name="Google Shape;233;p30"/>
          <p:cNvSpPr txBox="1"/>
          <p:nvPr>
            <p:ph idx="2" type="subTitle"/>
          </p:nvPr>
        </p:nvSpPr>
        <p:spPr>
          <a:xfrm>
            <a:off x="9480050" y="1401753"/>
            <a:ext cx="2124300" cy="40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9pPr>
          </a:lstStyle>
          <a:p/>
        </p:txBody>
      </p:sp>
      <p:pic>
        <p:nvPicPr>
          <p:cNvPr id="234" name="Google Shape;234;p3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C">
  <p:cSld name="CUSTOM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1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37" name="Google Shape;237;p3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8" name="Google Shape;238;p3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9" name="Google Shape;239;p3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40" name="Google Shape;240;p31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9pPr>
          </a:lstStyle>
          <a:p/>
        </p:txBody>
      </p:sp>
      <p:sp>
        <p:nvSpPr>
          <p:cNvPr id="241" name="Google Shape;241;p31"/>
          <p:cNvSpPr txBox="1"/>
          <p:nvPr>
            <p:ph idx="3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2" name="Google Shape;242;p3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3" name="Google Shape;243;p3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B">
  <p:cSld name="CUSTOM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2"/>
          <p:cNvSpPr txBox="1"/>
          <p:nvPr>
            <p:ph idx="1" type="subTitle"/>
          </p:nvPr>
        </p:nvSpPr>
        <p:spPr>
          <a:xfrm>
            <a:off x="9480050" y="1327204"/>
            <a:ext cx="2124300" cy="4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246" name="Google Shape;246;p3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7" name="Google Shape;247;p3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p3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49" name="Google Shape;249;p3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0" name="Google Shape;250;p3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">
  <p:cSld name="CUSTOM_3">
    <p:bg>
      <p:bgPr>
        <a:solidFill>
          <a:schemeClr val="lt1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3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53" name="Google Shape;253;p33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254" name="Google Shape;254;p3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5" name="Google Shape;255;p33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56" name="Google Shape;256;p33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7" name="Google Shape;257;p3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3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981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lide with Image">
  <p:cSld name="CUSTOM_3_2">
    <p:bg>
      <p:bgPr>
        <a:solidFill>
          <a:schemeClr val="lt1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4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261" name="Google Shape;261;p3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2" name="Google Shape;262;p34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263" name="Google Shape;263;p34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5" name="Google Shape;265;p34"/>
          <p:cNvSpPr txBox="1"/>
          <p:nvPr>
            <p:ph idx="2" type="subTitle"/>
          </p:nvPr>
        </p:nvSpPr>
        <p:spPr>
          <a:xfrm>
            <a:off x="5660525" y="3971650"/>
            <a:ext cx="4446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ed Hat Display"/>
              <a:buNone/>
              <a:defRPr sz="18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6" name="Google Shape;266;p34"/>
          <p:cNvSpPr txBox="1"/>
          <p:nvPr>
            <p:ph type="title"/>
          </p:nvPr>
        </p:nvSpPr>
        <p:spPr>
          <a:xfrm>
            <a:off x="5660525" y="1709031"/>
            <a:ext cx="57363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267" name="Google Shape;267;p34"/>
          <p:cNvSpPr txBox="1"/>
          <p:nvPr>
            <p:ph idx="3" type="subTitle"/>
          </p:nvPr>
        </p:nvSpPr>
        <p:spPr>
          <a:xfrm>
            <a:off x="5660525" y="5318275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 Medium"/>
              <a:buNone/>
              <a:defRPr sz="14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8" name="Google Shape;268;p34"/>
          <p:cNvSpPr/>
          <p:nvPr/>
        </p:nvSpPr>
        <p:spPr>
          <a:xfrm>
            <a:off x="8901850" y="5878875"/>
            <a:ext cx="32901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9" name="Google Shape;269;p3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841" y="62204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2">
  <p:cSld name="CUSTOM_8">
    <p:bg>
      <p:bgPr>
        <a:solidFill>
          <a:schemeClr val="lt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5"/>
          <p:cNvSpPr/>
          <p:nvPr/>
        </p:nvSpPr>
        <p:spPr>
          <a:xfrm>
            <a:off x="-50" y="0"/>
            <a:ext cx="933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72" name="Google Shape;272;p35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73" name="Google Shape;273;p35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Display Medium"/>
              <a:buNone/>
              <a:defRPr sz="10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74" name="Google Shape;274;p35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5" name="Google Shape;275;p3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6" name="Google Shape;276;p3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77" name="Google Shape;277;p3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839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divider">
  <p:cSld name="CUSTOM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6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0" name="Google Shape;280;p3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1" name="Google Shape;281;p36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2" name="Google Shape;282;p3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3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84" name="Google Shape;284;p3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5" name="Google Shape;285;p3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">
  <p:cSld name="CUSTOM_4"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7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88" name="Google Shape;288;p3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9" name="Google Shape;289;p3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0" name="Google Shape;290;p3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1" name="Google Shape;291;p37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2" name="Google Shape;292;p3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293" name="Google Shape;293;p37"/>
          <p:cNvSpPr txBox="1"/>
          <p:nvPr>
            <p:ph idx="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294" name="Google Shape;294;p3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hevrons">
  <p:cSld name="CUSTOM_4_20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97" name="Google Shape;297;p3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8" name="Google Shape;298;p3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" name="Google Shape;299;p3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0" name="Google Shape;300;p3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1" name="Google Shape;301;p38"/>
          <p:cNvSpPr/>
          <p:nvPr/>
        </p:nvSpPr>
        <p:spPr>
          <a:xfrm>
            <a:off x="3901500" y="2473638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/>
          <p:nvPr/>
        </p:nvSpPr>
        <p:spPr>
          <a:xfrm>
            <a:off x="780300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8"/>
          <p:cNvSpPr/>
          <p:nvPr/>
        </p:nvSpPr>
        <p:spPr>
          <a:xfrm>
            <a:off x="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8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8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8"/>
          <p:cNvSpPr txBox="1"/>
          <p:nvPr>
            <p:ph idx="3" type="subTitle"/>
          </p:nvPr>
        </p:nvSpPr>
        <p:spPr>
          <a:xfrm>
            <a:off x="39015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07" name="Google Shape;307;p38"/>
          <p:cNvSpPr txBox="1"/>
          <p:nvPr>
            <p:ph idx="4" type="subTitle"/>
          </p:nvPr>
        </p:nvSpPr>
        <p:spPr>
          <a:xfrm>
            <a:off x="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7315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08" name="Google Shape;308;p38"/>
          <p:cNvSpPr txBox="1"/>
          <p:nvPr>
            <p:ph idx="5" type="subTitle"/>
          </p:nvPr>
        </p:nvSpPr>
        <p:spPr>
          <a:xfrm>
            <a:off x="78030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09" name="Google Shape;309;p3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10" name="Google Shape;310;p38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11" name="Google Shape;311;p3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28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chevrons">
  <p:cSld name="CUSTOM_4_20_1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3" name="Google Shape;313;p3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4" name="Google Shape;314;p3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5" name="Google Shape;315;p3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6" name="Google Shape;316;p3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17" name="Google Shape;317;p39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39"/>
          <p:cNvSpPr/>
          <p:nvPr/>
        </p:nvSpPr>
        <p:spPr>
          <a:xfrm>
            <a:off x="586380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9"/>
          <p:cNvSpPr/>
          <p:nvPr/>
        </p:nvSpPr>
        <p:spPr>
          <a:xfrm>
            <a:off x="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39"/>
          <p:cNvSpPr txBox="1"/>
          <p:nvPr>
            <p:ph idx="2" type="subTitle"/>
          </p:nvPr>
        </p:nvSpPr>
        <p:spPr>
          <a:xfrm>
            <a:off x="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22" name="Google Shape;322;p3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23" name="Google Shape;323;p3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24" name="Google Shape;324;p39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25" name="Google Shape;325;p39"/>
          <p:cNvSpPr txBox="1"/>
          <p:nvPr>
            <p:ph idx="5" type="subTitle"/>
          </p:nvPr>
        </p:nvSpPr>
        <p:spPr>
          <a:xfrm>
            <a:off x="663300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pic>
        <p:nvPicPr>
          <p:cNvPr id="326" name="Google Shape;326;p3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ircles">
  <p:cSld name="CUSTOM_4_19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Google Shape;328;p4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9" name="Google Shape;329;p4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0" name="Google Shape;330;p4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1" name="Google Shape;331;p4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32" name="Google Shape;33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3525" y="2296425"/>
            <a:ext cx="8704948" cy="324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40"/>
          <p:cNvSpPr txBox="1"/>
          <p:nvPr>
            <p:ph idx="2" type="subTitle"/>
          </p:nvPr>
        </p:nvSpPr>
        <p:spPr>
          <a:xfrm>
            <a:off x="2262374" y="2965028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34" name="Google Shape;334;p40"/>
          <p:cNvSpPr txBox="1"/>
          <p:nvPr>
            <p:ph idx="3" type="subTitle"/>
          </p:nvPr>
        </p:nvSpPr>
        <p:spPr>
          <a:xfrm>
            <a:off x="5005265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35" name="Google Shape;335;p40"/>
          <p:cNvSpPr txBox="1"/>
          <p:nvPr>
            <p:ph idx="4" type="subTitle"/>
          </p:nvPr>
        </p:nvSpPr>
        <p:spPr>
          <a:xfrm>
            <a:off x="7748157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36" name="Google Shape;336;p40"/>
          <p:cNvSpPr txBox="1"/>
          <p:nvPr>
            <p:ph idx="5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37" name="Google Shape;337;p4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38" name="Google Shape;338;p40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39" name="Google Shape;339;p4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186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lank">
  <p:cSld name="CUSTOM_4_18"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342" name="Google Shape;342;p4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3" name="Google Shape;343;p4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4" name="Google Shape;344;p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5" name="Google Shape;345;p4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6" name="Google Shape;346;p4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body">
  <p:cSld name="CUSTOM_4_17_2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8" name="Google Shape;348;p4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49" name="Google Shape;349;p4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0" name="Google Shape;350;p4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42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52" name="Google Shape;352;p4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53" name="Google Shape;353;p42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54" name="Google Shape;354;p42"/>
          <p:cNvSpPr txBox="1"/>
          <p:nvPr>
            <p:ph idx="3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355" name="Google Shape;355;p4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ody">
  <p:cSld name="CUSTOM_4_17_2_1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4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58" name="Google Shape;358;p4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9" name="Google Shape;359;p4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" name="Google Shape;360;p4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1" name="Google Shape;361;p4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2" name="Google Shape;362;p43"/>
          <p:cNvSpPr txBox="1"/>
          <p:nvPr>
            <p:ph idx="3" type="body"/>
          </p:nvPr>
        </p:nvSpPr>
        <p:spPr>
          <a:xfrm>
            <a:off x="2438400" y="16002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363" name="Google Shape;363;p4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vertical">
  <p:cSld name="CUSTOM_4_16"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66" name="Google Shape;366;p4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67" name="Google Shape;367;p4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8" name="Google Shape;368;p4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9" name="Google Shape;369;p44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370" name="Google Shape;370;p44"/>
          <p:cNvCxnSpPr/>
          <p:nvPr/>
        </p:nvCxnSpPr>
        <p:spPr>
          <a:xfrm>
            <a:off x="4146414" y="-7350"/>
            <a:ext cx="0" cy="6872700"/>
          </a:xfrm>
          <a:prstGeom prst="straightConnector1">
            <a:avLst/>
          </a:prstGeom>
          <a:noFill/>
          <a:ln cap="flat" cmpd="sng" w="285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1" name="Google Shape;371;p44"/>
          <p:cNvSpPr txBox="1"/>
          <p:nvPr>
            <p:ph idx="3" type="subTitle"/>
          </p:nvPr>
        </p:nvSpPr>
        <p:spPr>
          <a:xfrm>
            <a:off x="4467775" y="1832876"/>
            <a:ext cx="5115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372" name="Google Shape;372;p44"/>
          <p:cNvSpPr txBox="1"/>
          <p:nvPr>
            <p:ph idx="4" type="subTitle"/>
          </p:nvPr>
        </p:nvSpPr>
        <p:spPr>
          <a:xfrm>
            <a:off x="4467775" y="1441300"/>
            <a:ext cx="45387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73" name="Google Shape;373;p44"/>
          <p:cNvSpPr txBox="1"/>
          <p:nvPr>
            <p:ph idx="5" type="subTitle"/>
          </p:nvPr>
        </p:nvSpPr>
        <p:spPr>
          <a:xfrm>
            <a:off x="3362500" y="1832876"/>
            <a:ext cx="690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374" name="Google Shape;374;p4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horizontal">
  <p:cSld name="CUSTOM_4_15"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6" name="Google Shape;376;p4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7" name="Google Shape;377;p4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8" name="Google Shape;378;p4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9" name="Google Shape;379;p4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80" name="Google Shape;380;p45"/>
          <p:cNvSpPr txBox="1"/>
          <p:nvPr>
            <p:ph idx="2" type="subTitle"/>
          </p:nvPr>
        </p:nvSpPr>
        <p:spPr>
          <a:xfrm>
            <a:off x="2042425" y="2497493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81" name="Google Shape;381;p45"/>
          <p:cNvSpPr txBox="1"/>
          <p:nvPr>
            <p:ph idx="3" type="subTitle"/>
          </p:nvPr>
        </p:nvSpPr>
        <p:spPr>
          <a:xfrm>
            <a:off x="2042425" y="2903475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382" name="Google Shape;382;p45"/>
          <p:cNvSpPr txBox="1"/>
          <p:nvPr>
            <p:ph idx="4" type="subTitle"/>
          </p:nvPr>
        </p:nvSpPr>
        <p:spPr>
          <a:xfrm>
            <a:off x="1596475" y="4403575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3" name="Google Shape;383;p45"/>
          <p:cNvSpPr txBox="1"/>
          <p:nvPr>
            <p:ph idx="5" type="subTitle"/>
          </p:nvPr>
        </p:nvSpPr>
        <p:spPr>
          <a:xfrm>
            <a:off x="3278975" y="3892511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4" name="Google Shape;384;p45"/>
          <p:cNvSpPr txBox="1"/>
          <p:nvPr>
            <p:ph idx="6" type="subTitle"/>
          </p:nvPr>
        </p:nvSpPr>
        <p:spPr>
          <a:xfrm>
            <a:off x="1713425" y="4752722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85" name="Google Shape;385;p45"/>
          <p:cNvSpPr txBox="1"/>
          <p:nvPr>
            <p:ph idx="7" type="subTitle"/>
          </p:nvPr>
        </p:nvSpPr>
        <p:spPr>
          <a:xfrm>
            <a:off x="1713425" y="5158703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386" name="Google Shape;386;p45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87" name="Google Shape;387;p4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88" name="Google Shape;388;p45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89" name="Google Shape;389;p4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66" y="61653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callouts">
  <p:cSld name="CUSTOM_4_13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46"/>
          <p:cNvSpPr txBox="1"/>
          <p:nvPr>
            <p:ph idx="1" type="subTitle"/>
          </p:nvPr>
        </p:nvSpPr>
        <p:spPr>
          <a:xfrm>
            <a:off x="45555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92" name="Google Shape;392;p46"/>
          <p:cNvSpPr txBox="1"/>
          <p:nvPr>
            <p:ph idx="2" type="subTitle"/>
          </p:nvPr>
        </p:nvSpPr>
        <p:spPr>
          <a:xfrm>
            <a:off x="7972925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393" name="Google Shape;393;p4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4" name="Google Shape;394;p4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5" name="Google Shape;395;p4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6" name="Google Shape;396;p4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97" name="Google Shape;397;p46"/>
          <p:cNvSpPr txBox="1"/>
          <p:nvPr>
            <p:ph idx="4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cxnSp>
        <p:nvCxnSpPr>
          <p:cNvPr id="398" name="Google Shape;398;p46"/>
          <p:cNvCxnSpPr/>
          <p:nvPr/>
        </p:nvCxnSpPr>
        <p:spPr>
          <a:xfrm>
            <a:off x="7885850" y="3677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399" name="Google Shape;399;p46"/>
          <p:cNvSpPr txBox="1"/>
          <p:nvPr>
            <p:ph idx="5" type="subTitle"/>
          </p:nvPr>
        </p:nvSpPr>
        <p:spPr>
          <a:xfrm>
            <a:off x="4620750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00" name="Google Shape;400;p46"/>
          <p:cNvSpPr txBox="1"/>
          <p:nvPr>
            <p:ph idx="6" type="subTitle"/>
          </p:nvPr>
        </p:nvSpPr>
        <p:spPr>
          <a:xfrm>
            <a:off x="4620750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01" name="Google Shape;401;p46"/>
          <p:cNvSpPr txBox="1"/>
          <p:nvPr>
            <p:ph idx="7" type="subTitle"/>
          </p:nvPr>
        </p:nvSpPr>
        <p:spPr>
          <a:xfrm>
            <a:off x="8051175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02" name="Google Shape;402;p46"/>
          <p:cNvSpPr txBox="1"/>
          <p:nvPr>
            <p:ph idx="8" type="subTitle"/>
          </p:nvPr>
        </p:nvSpPr>
        <p:spPr>
          <a:xfrm>
            <a:off x="8051175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03" name="Google Shape;403;p46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04" name="Google Shape;404;p4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05" name="Google Shape;405;p46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06" name="Google Shape;406;p4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pies">
  <p:cSld name="CUSTOM_4_12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8" name="Google Shape;408;p4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9" name="Google Shape;409;p4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" name="Google Shape;410;p4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1" name="Google Shape;411;p4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412" name="Google Shape;412;p47"/>
          <p:cNvCxnSpPr/>
          <p:nvPr/>
        </p:nvCxnSpPr>
        <p:spPr>
          <a:xfrm>
            <a:off x="7885850" y="4439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413" name="Google Shape;413;p47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14" name="Google Shape;414;p47"/>
          <p:cNvSpPr txBox="1"/>
          <p:nvPr>
            <p:ph idx="3" type="subTitle"/>
          </p:nvPr>
        </p:nvSpPr>
        <p:spPr>
          <a:xfrm>
            <a:off x="4620750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5" name="Google Shape;415;p47"/>
          <p:cNvSpPr txBox="1"/>
          <p:nvPr>
            <p:ph idx="4" type="subTitle"/>
          </p:nvPr>
        </p:nvSpPr>
        <p:spPr>
          <a:xfrm>
            <a:off x="4620750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16" name="Google Shape;416;p47"/>
          <p:cNvSpPr txBox="1"/>
          <p:nvPr>
            <p:ph idx="5" type="subTitle"/>
          </p:nvPr>
        </p:nvSpPr>
        <p:spPr>
          <a:xfrm>
            <a:off x="8051175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7" name="Google Shape;417;p47"/>
          <p:cNvSpPr txBox="1"/>
          <p:nvPr>
            <p:ph idx="6" type="subTitle"/>
          </p:nvPr>
        </p:nvSpPr>
        <p:spPr>
          <a:xfrm>
            <a:off x="8051175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18" name="Google Shape;418;p47"/>
          <p:cNvSpPr txBox="1"/>
          <p:nvPr>
            <p:ph idx="7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9" name="Google Shape;419;p4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20" name="Google Shape;420;p47"/>
          <p:cNvSpPr txBox="1"/>
          <p:nvPr>
            <p:ph idx="8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21" name="Google Shape;421;p4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large pie">
  <p:cSld name="CUSTOM_4_11"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3" name="Google Shape;423;p4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4" name="Google Shape;424;p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5" name="Google Shape;425;p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4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7" name="Google Shape;427;p48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28" name="Google Shape;428;p48"/>
          <p:cNvSpPr txBox="1"/>
          <p:nvPr>
            <p:ph idx="3" type="subTitle"/>
          </p:nvPr>
        </p:nvSpPr>
        <p:spPr>
          <a:xfrm>
            <a:off x="9078238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29" name="Google Shape;429;p48"/>
          <p:cNvSpPr txBox="1"/>
          <p:nvPr>
            <p:ph idx="4" type="subTitle"/>
          </p:nvPr>
        </p:nvSpPr>
        <p:spPr>
          <a:xfrm>
            <a:off x="10284513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0" name="Google Shape;430;p48"/>
          <p:cNvSpPr txBox="1"/>
          <p:nvPr>
            <p:ph idx="5" type="subTitle"/>
          </p:nvPr>
        </p:nvSpPr>
        <p:spPr>
          <a:xfrm>
            <a:off x="9078238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1" name="Google Shape;431;p48"/>
          <p:cNvSpPr txBox="1"/>
          <p:nvPr>
            <p:ph idx="6" type="subTitle"/>
          </p:nvPr>
        </p:nvSpPr>
        <p:spPr>
          <a:xfrm>
            <a:off x="10284513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2" name="Google Shape;432;p48"/>
          <p:cNvSpPr txBox="1"/>
          <p:nvPr>
            <p:ph idx="7" type="subTitle"/>
          </p:nvPr>
        </p:nvSpPr>
        <p:spPr>
          <a:xfrm>
            <a:off x="9078238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3" name="Google Shape;433;p48"/>
          <p:cNvSpPr txBox="1"/>
          <p:nvPr>
            <p:ph idx="8" type="subTitle"/>
          </p:nvPr>
        </p:nvSpPr>
        <p:spPr>
          <a:xfrm>
            <a:off x="10284513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34" name="Google Shape;434;p48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35" name="Google Shape;435;p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36" name="Google Shape;436;p48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37" name="Google Shape;437;p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266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percentage bars">
  <p:cSld name="CUSTOM_4_10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9" name="Google Shape;439;p4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40" name="Google Shape;440;p4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4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2" name="Google Shape;442;p4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3" name="Google Shape;443;p49"/>
          <p:cNvSpPr txBox="1"/>
          <p:nvPr>
            <p:ph idx="2" type="subTitle"/>
          </p:nvPr>
        </p:nvSpPr>
        <p:spPr>
          <a:xfrm>
            <a:off x="8048050" y="28986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44" name="Google Shape;444;p49"/>
          <p:cNvSpPr txBox="1"/>
          <p:nvPr>
            <p:ph idx="3" type="subTitle"/>
          </p:nvPr>
        </p:nvSpPr>
        <p:spPr>
          <a:xfrm>
            <a:off x="8048050" y="25406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5" name="Google Shape;445;p49"/>
          <p:cNvSpPr txBox="1"/>
          <p:nvPr>
            <p:ph idx="4" type="subTitle"/>
          </p:nvPr>
        </p:nvSpPr>
        <p:spPr>
          <a:xfrm>
            <a:off x="8048050" y="46768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46" name="Google Shape;446;p49"/>
          <p:cNvSpPr txBox="1"/>
          <p:nvPr>
            <p:ph idx="5" type="subTitle"/>
          </p:nvPr>
        </p:nvSpPr>
        <p:spPr>
          <a:xfrm>
            <a:off x="8048050" y="43188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7" name="Google Shape;447;p49"/>
          <p:cNvSpPr/>
          <p:nvPr/>
        </p:nvSpPr>
        <p:spPr>
          <a:xfrm>
            <a:off x="8895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49"/>
          <p:cNvSpPr/>
          <p:nvPr/>
        </p:nvSpPr>
        <p:spPr>
          <a:xfrm>
            <a:off x="8895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49"/>
          <p:cNvSpPr/>
          <p:nvPr/>
        </p:nvSpPr>
        <p:spPr>
          <a:xfrm>
            <a:off x="8895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49"/>
          <p:cNvSpPr/>
          <p:nvPr/>
        </p:nvSpPr>
        <p:spPr>
          <a:xfrm>
            <a:off x="8895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49"/>
          <p:cNvSpPr/>
          <p:nvPr/>
        </p:nvSpPr>
        <p:spPr>
          <a:xfrm>
            <a:off x="8895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49"/>
          <p:cNvSpPr/>
          <p:nvPr/>
        </p:nvSpPr>
        <p:spPr>
          <a:xfrm>
            <a:off x="8895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9"/>
          <p:cNvSpPr/>
          <p:nvPr/>
        </p:nvSpPr>
        <p:spPr>
          <a:xfrm>
            <a:off x="8895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9"/>
          <p:cNvSpPr/>
          <p:nvPr/>
        </p:nvSpPr>
        <p:spPr>
          <a:xfrm>
            <a:off x="8895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9"/>
          <p:cNvSpPr/>
          <p:nvPr/>
        </p:nvSpPr>
        <p:spPr>
          <a:xfrm>
            <a:off x="8895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9"/>
          <p:cNvSpPr/>
          <p:nvPr/>
        </p:nvSpPr>
        <p:spPr>
          <a:xfrm>
            <a:off x="8895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49"/>
          <p:cNvSpPr/>
          <p:nvPr/>
        </p:nvSpPr>
        <p:spPr>
          <a:xfrm>
            <a:off x="15860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49"/>
          <p:cNvSpPr/>
          <p:nvPr/>
        </p:nvSpPr>
        <p:spPr>
          <a:xfrm>
            <a:off x="15860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49"/>
          <p:cNvSpPr/>
          <p:nvPr/>
        </p:nvSpPr>
        <p:spPr>
          <a:xfrm>
            <a:off x="15860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49"/>
          <p:cNvSpPr/>
          <p:nvPr/>
        </p:nvSpPr>
        <p:spPr>
          <a:xfrm>
            <a:off x="15860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9"/>
          <p:cNvSpPr/>
          <p:nvPr/>
        </p:nvSpPr>
        <p:spPr>
          <a:xfrm>
            <a:off x="15860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9"/>
          <p:cNvSpPr/>
          <p:nvPr/>
        </p:nvSpPr>
        <p:spPr>
          <a:xfrm>
            <a:off x="15860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9"/>
          <p:cNvSpPr/>
          <p:nvPr/>
        </p:nvSpPr>
        <p:spPr>
          <a:xfrm>
            <a:off x="15860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9"/>
          <p:cNvSpPr/>
          <p:nvPr/>
        </p:nvSpPr>
        <p:spPr>
          <a:xfrm>
            <a:off x="15860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49"/>
          <p:cNvSpPr/>
          <p:nvPr/>
        </p:nvSpPr>
        <p:spPr>
          <a:xfrm>
            <a:off x="15860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49"/>
          <p:cNvSpPr/>
          <p:nvPr/>
        </p:nvSpPr>
        <p:spPr>
          <a:xfrm>
            <a:off x="15860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9"/>
          <p:cNvSpPr/>
          <p:nvPr/>
        </p:nvSpPr>
        <p:spPr>
          <a:xfrm>
            <a:off x="22824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9"/>
          <p:cNvSpPr/>
          <p:nvPr/>
        </p:nvSpPr>
        <p:spPr>
          <a:xfrm>
            <a:off x="22824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9"/>
          <p:cNvSpPr/>
          <p:nvPr/>
        </p:nvSpPr>
        <p:spPr>
          <a:xfrm>
            <a:off x="22824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9"/>
          <p:cNvSpPr/>
          <p:nvPr/>
        </p:nvSpPr>
        <p:spPr>
          <a:xfrm>
            <a:off x="22824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9"/>
          <p:cNvSpPr/>
          <p:nvPr/>
        </p:nvSpPr>
        <p:spPr>
          <a:xfrm>
            <a:off x="22824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49"/>
          <p:cNvSpPr/>
          <p:nvPr/>
        </p:nvSpPr>
        <p:spPr>
          <a:xfrm>
            <a:off x="22824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49"/>
          <p:cNvSpPr/>
          <p:nvPr/>
        </p:nvSpPr>
        <p:spPr>
          <a:xfrm>
            <a:off x="22824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49"/>
          <p:cNvSpPr/>
          <p:nvPr/>
        </p:nvSpPr>
        <p:spPr>
          <a:xfrm>
            <a:off x="22824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49"/>
          <p:cNvSpPr/>
          <p:nvPr/>
        </p:nvSpPr>
        <p:spPr>
          <a:xfrm>
            <a:off x="22824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49"/>
          <p:cNvSpPr/>
          <p:nvPr/>
        </p:nvSpPr>
        <p:spPr>
          <a:xfrm>
            <a:off x="22824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49"/>
          <p:cNvSpPr/>
          <p:nvPr/>
        </p:nvSpPr>
        <p:spPr>
          <a:xfrm>
            <a:off x="29789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49"/>
          <p:cNvSpPr/>
          <p:nvPr/>
        </p:nvSpPr>
        <p:spPr>
          <a:xfrm>
            <a:off x="29789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9"/>
          <p:cNvSpPr/>
          <p:nvPr/>
        </p:nvSpPr>
        <p:spPr>
          <a:xfrm>
            <a:off x="29789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49"/>
          <p:cNvSpPr/>
          <p:nvPr/>
        </p:nvSpPr>
        <p:spPr>
          <a:xfrm>
            <a:off x="29789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49"/>
          <p:cNvSpPr/>
          <p:nvPr/>
        </p:nvSpPr>
        <p:spPr>
          <a:xfrm>
            <a:off x="29789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49"/>
          <p:cNvSpPr/>
          <p:nvPr/>
        </p:nvSpPr>
        <p:spPr>
          <a:xfrm>
            <a:off x="29789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49"/>
          <p:cNvSpPr/>
          <p:nvPr/>
        </p:nvSpPr>
        <p:spPr>
          <a:xfrm>
            <a:off x="29789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9"/>
          <p:cNvSpPr/>
          <p:nvPr/>
        </p:nvSpPr>
        <p:spPr>
          <a:xfrm>
            <a:off x="29789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9"/>
          <p:cNvSpPr/>
          <p:nvPr/>
        </p:nvSpPr>
        <p:spPr>
          <a:xfrm>
            <a:off x="29789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9"/>
          <p:cNvSpPr/>
          <p:nvPr/>
        </p:nvSpPr>
        <p:spPr>
          <a:xfrm>
            <a:off x="29789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49"/>
          <p:cNvSpPr/>
          <p:nvPr/>
        </p:nvSpPr>
        <p:spPr>
          <a:xfrm>
            <a:off x="36754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49"/>
          <p:cNvSpPr/>
          <p:nvPr/>
        </p:nvSpPr>
        <p:spPr>
          <a:xfrm>
            <a:off x="36754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49"/>
          <p:cNvSpPr/>
          <p:nvPr/>
        </p:nvSpPr>
        <p:spPr>
          <a:xfrm>
            <a:off x="36754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49"/>
          <p:cNvSpPr/>
          <p:nvPr/>
        </p:nvSpPr>
        <p:spPr>
          <a:xfrm>
            <a:off x="36754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49"/>
          <p:cNvSpPr/>
          <p:nvPr/>
        </p:nvSpPr>
        <p:spPr>
          <a:xfrm>
            <a:off x="36754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49"/>
          <p:cNvSpPr/>
          <p:nvPr/>
        </p:nvSpPr>
        <p:spPr>
          <a:xfrm>
            <a:off x="36754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9"/>
          <p:cNvSpPr/>
          <p:nvPr/>
        </p:nvSpPr>
        <p:spPr>
          <a:xfrm>
            <a:off x="36754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9"/>
          <p:cNvSpPr/>
          <p:nvPr/>
        </p:nvSpPr>
        <p:spPr>
          <a:xfrm>
            <a:off x="36754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9"/>
          <p:cNvSpPr/>
          <p:nvPr/>
        </p:nvSpPr>
        <p:spPr>
          <a:xfrm>
            <a:off x="36754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9"/>
          <p:cNvSpPr/>
          <p:nvPr/>
        </p:nvSpPr>
        <p:spPr>
          <a:xfrm>
            <a:off x="36754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49"/>
          <p:cNvSpPr/>
          <p:nvPr/>
        </p:nvSpPr>
        <p:spPr>
          <a:xfrm>
            <a:off x="43719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49"/>
          <p:cNvSpPr/>
          <p:nvPr/>
        </p:nvSpPr>
        <p:spPr>
          <a:xfrm>
            <a:off x="43719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49"/>
          <p:cNvSpPr/>
          <p:nvPr/>
        </p:nvSpPr>
        <p:spPr>
          <a:xfrm>
            <a:off x="43719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49"/>
          <p:cNvSpPr/>
          <p:nvPr/>
        </p:nvSpPr>
        <p:spPr>
          <a:xfrm>
            <a:off x="43719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49"/>
          <p:cNvSpPr/>
          <p:nvPr/>
        </p:nvSpPr>
        <p:spPr>
          <a:xfrm>
            <a:off x="43719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49"/>
          <p:cNvSpPr/>
          <p:nvPr/>
        </p:nvSpPr>
        <p:spPr>
          <a:xfrm>
            <a:off x="43719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49"/>
          <p:cNvSpPr/>
          <p:nvPr/>
        </p:nvSpPr>
        <p:spPr>
          <a:xfrm>
            <a:off x="43719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9"/>
          <p:cNvSpPr/>
          <p:nvPr/>
        </p:nvSpPr>
        <p:spPr>
          <a:xfrm>
            <a:off x="43719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49"/>
          <p:cNvSpPr/>
          <p:nvPr/>
        </p:nvSpPr>
        <p:spPr>
          <a:xfrm>
            <a:off x="43719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49"/>
          <p:cNvSpPr/>
          <p:nvPr/>
        </p:nvSpPr>
        <p:spPr>
          <a:xfrm>
            <a:off x="43719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49"/>
          <p:cNvSpPr/>
          <p:nvPr/>
        </p:nvSpPr>
        <p:spPr>
          <a:xfrm>
            <a:off x="50683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49"/>
          <p:cNvSpPr/>
          <p:nvPr/>
        </p:nvSpPr>
        <p:spPr>
          <a:xfrm>
            <a:off x="50683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49"/>
          <p:cNvSpPr/>
          <p:nvPr/>
        </p:nvSpPr>
        <p:spPr>
          <a:xfrm>
            <a:off x="50683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49"/>
          <p:cNvSpPr/>
          <p:nvPr/>
        </p:nvSpPr>
        <p:spPr>
          <a:xfrm>
            <a:off x="50683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49"/>
          <p:cNvSpPr/>
          <p:nvPr/>
        </p:nvSpPr>
        <p:spPr>
          <a:xfrm>
            <a:off x="50683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49"/>
          <p:cNvSpPr/>
          <p:nvPr/>
        </p:nvSpPr>
        <p:spPr>
          <a:xfrm>
            <a:off x="50683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49"/>
          <p:cNvSpPr/>
          <p:nvPr/>
        </p:nvSpPr>
        <p:spPr>
          <a:xfrm>
            <a:off x="50683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9"/>
          <p:cNvSpPr/>
          <p:nvPr/>
        </p:nvSpPr>
        <p:spPr>
          <a:xfrm>
            <a:off x="50683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9"/>
          <p:cNvSpPr/>
          <p:nvPr/>
        </p:nvSpPr>
        <p:spPr>
          <a:xfrm>
            <a:off x="50683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49"/>
          <p:cNvSpPr/>
          <p:nvPr/>
        </p:nvSpPr>
        <p:spPr>
          <a:xfrm>
            <a:off x="50683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49"/>
          <p:cNvSpPr/>
          <p:nvPr/>
        </p:nvSpPr>
        <p:spPr>
          <a:xfrm>
            <a:off x="57648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9"/>
          <p:cNvSpPr/>
          <p:nvPr/>
        </p:nvSpPr>
        <p:spPr>
          <a:xfrm>
            <a:off x="57648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49"/>
          <p:cNvSpPr/>
          <p:nvPr/>
        </p:nvSpPr>
        <p:spPr>
          <a:xfrm>
            <a:off x="57648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9"/>
          <p:cNvSpPr/>
          <p:nvPr/>
        </p:nvSpPr>
        <p:spPr>
          <a:xfrm>
            <a:off x="57648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49"/>
          <p:cNvSpPr/>
          <p:nvPr/>
        </p:nvSpPr>
        <p:spPr>
          <a:xfrm>
            <a:off x="57648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9"/>
          <p:cNvSpPr/>
          <p:nvPr/>
        </p:nvSpPr>
        <p:spPr>
          <a:xfrm>
            <a:off x="57648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49"/>
          <p:cNvSpPr/>
          <p:nvPr/>
        </p:nvSpPr>
        <p:spPr>
          <a:xfrm>
            <a:off x="57648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49"/>
          <p:cNvSpPr/>
          <p:nvPr/>
        </p:nvSpPr>
        <p:spPr>
          <a:xfrm>
            <a:off x="57648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9"/>
          <p:cNvSpPr/>
          <p:nvPr/>
        </p:nvSpPr>
        <p:spPr>
          <a:xfrm>
            <a:off x="57648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49"/>
          <p:cNvSpPr/>
          <p:nvPr/>
        </p:nvSpPr>
        <p:spPr>
          <a:xfrm>
            <a:off x="57648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49"/>
          <p:cNvSpPr/>
          <p:nvPr/>
        </p:nvSpPr>
        <p:spPr>
          <a:xfrm>
            <a:off x="64613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9"/>
          <p:cNvSpPr/>
          <p:nvPr/>
        </p:nvSpPr>
        <p:spPr>
          <a:xfrm>
            <a:off x="64613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49"/>
          <p:cNvSpPr/>
          <p:nvPr/>
        </p:nvSpPr>
        <p:spPr>
          <a:xfrm>
            <a:off x="64613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49"/>
          <p:cNvSpPr/>
          <p:nvPr/>
        </p:nvSpPr>
        <p:spPr>
          <a:xfrm>
            <a:off x="64613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49"/>
          <p:cNvSpPr/>
          <p:nvPr/>
        </p:nvSpPr>
        <p:spPr>
          <a:xfrm>
            <a:off x="64613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49"/>
          <p:cNvSpPr/>
          <p:nvPr/>
        </p:nvSpPr>
        <p:spPr>
          <a:xfrm>
            <a:off x="64613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49"/>
          <p:cNvSpPr/>
          <p:nvPr/>
        </p:nvSpPr>
        <p:spPr>
          <a:xfrm>
            <a:off x="64613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49"/>
          <p:cNvSpPr/>
          <p:nvPr/>
        </p:nvSpPr>
        <p:spPr>
          <a:xfrm>
            <a:off x="64613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49"/>
          <p:cNvSpPr/>
          <p:nvPr/>
        </p:nvSpPr>
        <p:spPr>
          <a:xfrm>
            <a:off x="64613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9"/>
          <p:cNvSpPr/>
          <p:nvPr/>
        </p:nvSpPr>
        <p:spPr>
          <a:xfrm>
            <a:off x="64613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9"/>
          <p:cNvSpPr/>
          <p:nvPr/>
        </p:nvSpPr>
        <p:spPr>
          <a:xfrm>
            <a:off x="71578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49"/>
          <p:cNvSpPr/>
          <p:nvPr/>
        </p:nvSpPr>
        <p:spPr>
          <a:xfrm>
            <a:off x="71578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49"/>
          <p:cNvSpPr/>
          <p:nvPr/>
        </p:nvSpPr>
        <p:spPr>
          <a:xfrm>
            <a:off x="71578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49"/>
          <p:cNvSpPr/>
          <p:nvPr/>
        </p:nvSpPr>
        <p:spPr>
          <a:xfrm>
            <a:off x="71578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49"/>
          <p:cNvSpPr/>
          <p:nvPr/>
        </p:nvSpPr>
        <p:spPr>
          <a:xfrm>
            <a:off x="71578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49"/>
          <p:cNvSpPr/>
          <p:nvPr/>
        </p:nvSpPr>
        <p:spPr>
          <a:xfrm>
            <a:off x="71578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49"/>
          <p:cNvSpPr/>
          <p:nvPr/>
        </p:nvSpPr>
        <p:spPr>
          <a:xfrm>
            <a:off x="71578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49"/>
          <p:cNvSpPr/>
          <p:nvPr/>
        </p:nvSpPr>
        <p:spPr>
          <a:xfrm>
            <a:off x="71578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49"/>
          <p:cNvSpPr/>
          <p:nvPr/>
        </p:nvSpPr>
        <p:spPr>
          <a:xfrm>
            <a:off x="71578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49"/>
          <p:cNvSpPr/>
          <p:nvPr/>
        </p:nvSpPr>
        <p:spPr>
          <a:xfrm>
            <a:off x="71578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49"/>
          <p:cNvSpPr/>
          <p:nvPr/>
        </p:nvSpPr>
        <p:spPr>
          <a:xfrm>
            <a:off x="8895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49"/>
          <p:cNvSpPr/>
          <p:nvPr/>
        </p:nvSpPr>
        <p:spPr>
          <a:xfrm>
            <a:off x="8895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49"/>
          <p:cNvSpPr/>
          <p:nvPr/>
        </p:nvSpPr>
        <p:spPr>
          <a:xfrm>
            <a:off x="8895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49"/>
          <p:cNvSpPr/>
          <p:nvPr/>
        </p:nvSpPr>
        <p:spPr>
          <a:xfrm>
            <a:off x="8895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9"/>
          <p:cNvSpPr/>
          <p:nvPr/>
        </p:nvSpPr>
        <p:spPr>
          <a:xfrm>
            <a:off x="8895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49"/>
          <p:cNvSpPr/>
          <p:nvPr/>
        </p:nvSpPr>
        <p:spPr>
          <a:xfrm>
            <a:off x="8895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49"/>
          <p:cNvSpPr/>
          <p:nvPr/>
        </p:nvSpPr>
        <p:spPr>
          <a:xfrm>
            <a:off x="8895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49"/>
          <p:cNvSpPr/>
          <p:nvPr/>
        </p:nvSpPr>
        <p:spPr>
          <a:xfrm>
            <a:off x="8895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49"/>
          <p:cNvSpPr/>
          <p:nvPr/>
        </p:nvSpPr>
        <p:spPr>
          <a:xfrm>
            <a:off x="8895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49"/>
          <p:cNvSpPr/>
          <p:nvPr/>
        </p:nvSpPr>
        <p:spPr>
          <a:xfrm>
            <a:off x="8895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49"/>
          <p:cNvSpPr/>
          <p:nvPr/>
        </p:nvSpPr>
        <p:spPr>
          <a:xfrm>
            <a:off x="15860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49"/>
          <p:cNvSpPr/>
          <p:nvPr/>
        </p:nvSpPr>
        <p:spPr>
          <a:xfrm>
            <a:off x="15860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49"/>
          <p:cNvSpPr/>
          <p:nvPr/>
        </p:nvSpPr>
        <p:spPr>
          <a:xfrm>
            <a:off x="15860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49"/>
          <p:cNvSpPr/>
          <p:nvPr/>
        </p:nvSpPr>
        <p:spPr>
          <a:xfrm>
            <a:off x="15860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49"/>
          <p:cNvSpPr/>
          <p:nvPr/>
        </p:nvSpPr>
        <p:spPr>
          <a:xfrm>
            <a:off x="15860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49"/>
          <p:cNvSpPr/>
          <p:nvPr/>
        </p:nvSpPr>
        <p:spPr>
          <a:xfrm>
            <a:off x="15860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49"/>
          <p:cNvSpPr/>
          <p:nvPr/>
        </p:nvSpPr>
        <p:spPr>
          <a:xfrm>
            <a:off x="15860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49"/>
          <p:cNvSpPr/>
          <p:nvPr/>
        </p:nvSpPr>
        <p:spPr>
          <a:xfrm>
            <a:off x="15860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49"/>
          <p:cNvSpPr/>
          <p:nvPr/>
        </p:nvSpPr>
        <p:spPr>
          <a:xfrm>
            <a:off x="15860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49"/>
          <p:cNvSpPr/>
          <p:nvPr/>
        </p:nvSpPr>
        <p:spPr>
          <a:xfrm>
            <a:off x="15860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49"/>
          <p:cNvSpPr/>
          <p:nvPr/>
        </p:nvSpPr>
        <p:spPr>
          <a:xfrm>
            <a:off x="22824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49"/>
          <p:cNvSpPr/>
          <p:nvPr/>
        </p:nvSpPr>
        <p:spPr>
          <a:xfrm>
            <a:off x="22824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49"/>
          <p:cNvSpPr/>
          <p:nvPr/>
        </p:nvSpPr>
        <p:spPr>
          <a:xfrm>
            <a:off x="22824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49"/>
          <p:cNvSpPr/>
          <p:nvPr/>
        </p:nvSpPr>
        <p:spPr>
          <a:xfrm>
            <a:off x="22824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49"/>
          <p:cNvSpPr/>
          <p:nvPr/>
        </p:nvSpPr>
        <p:spPr>
          <a:xfrm>
            <a:off x="22824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49"/>
          <p:cNvSpPr/>
          <p:nvPr/>
        </p:nvSpPr>
        <p:spPr>
          <a:xfrm>
            <a:off x="22824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49"/>
          <p:cNvSpPr/>
          <p:nvPr/>
        </p:nvSpPr>
        <p:spPr>
          <a:xfrm>
            <a:off x="22824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49"/>
          <p:cNvSpPr/>
          <p:nvPr/>
        </p:nvSpPr>
        <p:spPr>
          <a:xfrm>
            <a:off x="22824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49"/>
          <p:cNvSpPr/>
          <p:nvPr/>
        </p:nvSpPr>
        <p:spPr>
          <a:xfrm>
            <a:off x="22824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49"/>
          <p:cNvSpPr/>
          <p:nvPr/>
        </p:nvSpPr>
        <p:spPr>
          <a:xfrm>
            <a:off x="22824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49"/>
          <p:cNvSpPr/>
          <p:nvPr/>
        </p:nvSpPr>
        <p:spPr>
          <a:xfrm>
            <a:off x="29789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49"/>
          <p:cNvSpPr/>
          <p:nvPr/>
        </p:nvSpPr>
        <p:spPr>
          <a:xfrm>
            <a:off x="29789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49"/>
          <p:cNvSpPr/>
          <p:nvPr/>
        </p:nvSpPr>
        <p:spPr>
          <a:xfrm>
            <a:off x="29789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49"/>
          <p:cNvSpPr/>
          <p:nvPr/>
        </p:nvSpPr>
        <p:spPr>
          <a:xfrm>
            <a:off x="29789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49"/>
          <p:cNvSpPr/>
          <p:nvPr/>
        </p:nvSpPr>
        <p:spPr>
          <a:xfrm>
            <a:off x="29789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49"/>
          <p:cNvSpPr/>
          <p:nvPr/>
        </p:nvSpPr>
        <p:spPr>
          <a:xfrm>
            <a:off x="29789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49"/>
          <p:cNvSpPr/>
          <p:nvPr/>
        </p:nvSpPr>
        <p:spPr>
          <a:xfrm>
            <a:off x="29789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49"/>
          <p:cNvSpPr/>
          <p:nvPr/>
        </p:nvSpPr>
        <p:spPr>
          <a:xfrm>
            <a:off x="29789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49"/>
          <p:cNvSpPr/>
          <p:nvPr/>
        </p:nvSpPr>
        <p:spPr>
          <a:xfrm>
            <a:off x="29789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49"/>
          <p:cNvSpPr/>
          <p:nvPr/>
        </p:nvSpPr>
        <p:spPr>
          <a:xfrm>
            <a:off x="29789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49"/>
          <p:cNvSpPr/>
          <p:nvPr/>
        </p:nvSpPr>
        <p:spPr>
          <a:xfrm>
            <a:off x="36754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49"/>
          <p:cNvSpPr/>
          <p:nvPr/>
        </p:nvSpPr>
        <p:spPr>
          <a:xfrm>
            <a:off x="36754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49"/>
          <p:cNvSpPr/>
          <p:nvPr/>
        </p:nvSpPr>
        <p:spPr>
          <a:xfrm>
            <a:off x="36754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49"/>
          <p:cNvSpPr/>
          <p:nvPr/>
        </p:nvSpPr>
        <p:spPr>
          <a:xfrm>
            <a:off x="36754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49"/>
          <p:cNvSpPr/>
          <p:nvPr/>
        </p:nvSpPr>
        <p:spPr>
          <a:xfrm>
            <a:off x="36754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49"/>
          <p:cNvSpPr/>
          <p:nvPr/>
        </p:nvSpPr>
        <p:spPr>
          <a:xfrm>
            <a:off x="36754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49"/>
          <p:cNvSpPr/>
          <p:nvPr/>
        </p:nvSpPr>
        <p:spPr>
          <a:xfrm>
            <a:off x="36754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49"/>
          <p:cNvSpPr/>
          <p:nvPr/>
        </p:nvSpPr>
        <p:spPr>
          <a:xfrm>
            <a:off x="36754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49"/>
          <p:cNvSpPr/>
          <p:nvPr/>
        </p:nvSpPr>
        <p:spPr>
          <a:xfrm>
            <a:off x="36754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49"/>
          <p:cNvSpPr/>
          <p:nvPr/>
        </p:nvSpPr>
        <p:spPr>
          <a:xfrm>
            <a:off x="36754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49"/>
          <p:cNvSpPr/>
          <p:nvPr/>
        </p:nvSpPr>
        <p:spPr>
          <a:xfrm>
            <a:off x="43719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49"/>
          <p:cNvSpPr/>
          <p:nvPr/>
        </p:nvSpPr>
        <p:spPr>
          <a:xfrm>
            <a:off x="43719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49"/>
          <p:cNvSpPr/>
          <p:nvPr/>
        </p:nvSpPr>
        <p:spPr>
          <a:xfrm>
            <a:off x="43719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49"/>
          <p:cNvSpPr/>
          <p:nvPr/>
        </p:nvSpPr>
        <p:spPr>
          <a:xfrm>
            <a:off x="43719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49"/>
          <p:cNvSpPr/>
          <p:nvPr/>
        </p:nvSpPr>
        <p:spPr>
          <a:xfrm>
            <a:off x="43719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49"/>
          <p:cNvSpPr/>
          <p:nvPr/>
        </p:nvSpPr>
        <p:spPr>
          <a:xfrm>
            <a:off x="43719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49"/>
          <p:cNvSpPr/>
          <p:nvPr/>
        </p:nvSpPr>
        <p:spPr>
          <a:xfrm>
            <a:off x="43719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49"/>
          <p:cNvSpPr/>
          <p:nvPr/>
        </p:nvSpPr>
        <p:spPr>
          <a:xfrm>
            <a:off x="43719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9"/>
          <p:cNvSpPr/>
          <p:nvPr/>
        </p:nvSpPr>
        <p:spPr>
          <a:xfrm>
            <a:off x="43719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9"/>
          <p:cNvSpPr/>
          <p:nvPr/>
        </p:nvSpPr>
        <p:spPr>
          <a:xfrm>
            <a:off x="43719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9"/>
          <p:cNvSpPr/>
          <p:nvPr/>
        </p:nvSpPr>
        <p:spPr>
          <a:xfrm>
            <a:off x="50683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49"/>
          <p:cNvSpPr/>
          <p:nvPr/>
        </p:nvSpPr>
        <p:spPr>
          <a:xfrm>
            <a:off x="50683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49"/>
          <p:cNvSpPr/>
          <p:nvPr/>
        </p:nvSpPr>
        <p:spPr>
          <a:xfrm>
            <a:off x="50683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49"/>
          <p:cNvSpPr/>
          <p:nvPr/>
        </p:nvSpPr>
        <p:spPr>
          <a:xfrm>
            <a:off x="50683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49"/>
          <p:cNvSpPr/>
          <p:nvPr/>
        </p:nvSpPr>
        <p:spPr>
          <a:xfrm>
            <a:off x="50683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49"/>
          <p:cNvSpPr/>
          <p:nvPr/>
        </p:nvSpPr>
        <p:spPr>
          <a:xfrm>
            <a:off x="50683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49"/>
          <p:cNvSpPr/>
          <p:nvPr/>
        </p:nvSpPr>
        <p:spPr>
          <a:xfrm>
            <a:off x="50683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49"/>
          <p:cNvSpPr/>
          <p:nvPr/>
        </p:nvSpPr>
        <p:spPr>
          <a:xfrm>
            <a:off x="50683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9"/>
          <p:cNvSpPr/>
          <p:nvPr/>
        </p:nvSpPr>
        <p:spPr>
          <a:xfrm>
            <a:off x="50683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9"/>
          <p:cNvSpPr/>
          <p:nvPr/>
        </p:nvSpPr>
        <p:spPr>
          <a:xfrm>
            <a:off x="50683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9"/>
          <p:cNvSpPr/>
          <p:nvPr/>
        </p:nvSpPr>
        <p:spPr>
          <a:xfrm>
            <a:off x="57648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9"/>
          <p:cNvSpPr/>
          <p:nvPr/>
        </p:nvSpPr>
        <p:spPr>
          <a:xfrm>
            <a:off x="57648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49"/>
          <p:cNvSpPr/>
          <p:nvPr/>
        </p:nvSpPr>
        <p:spPr>
          <a:xfrm>
            <a:off x="57648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49"/>
          <p:cNvSpPr/>
          <p:nvPr/>
        </p:nvSpPr>
        <p:spPr>
          <a:xfrm>
            <a:off x="57648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49"/>
          <p:cNvSpPr/>
          <p:nvPr/>
        </p:nvSpPr>
        <p:spPr>
          <a:xfrm>
            <a:off x="57648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49"/>
          <p:cNvSpPr/>
          <p:nvPr/>
        </p:nvSpPr>
        <p:spPr>
          <a:xfrm>
            <a:off x="57648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49"/>
          <p:cNvSpPr/>
          <p:nvPr/>
        </p:nvSpPr>
        <p:spPr>
          <a:xfrm>
            <a:off x="57648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49"/>
          <p:cNvSpPr/>
          <p:nvPr/>
        </p:nvSpPr>
        <p:spPr>
          <a:xfrm>
            <a:off x="57648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49"/>
          <p:cNvSpPr/>
          <p:nvPr/>
        </p:nvSpPr>
        <p:spPr>
          <a:xfrm>
            <a:off x="57648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49"/>
          <p:cNvSpPr/>
          <p:nvPr/>
        </p:nvSpPr>
        <p:spPr>
          <a:xfrm>
            <a:off x="57648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49"/>
          <p:cNvSpPr/>
          <p:nvPr/>
        </p:nvSpPr>
        <p:spPr>
          <a:xfrm>
            <a:off x="64613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49"/>
          <p:cNvSpPr/>
          <p:nvPr/>
        </p:nvSpPr>
        <p:spPr>
          <a:xfrm>
            <a:off x="64613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49"/>
          <p:cNvSpPr/>
          <p:nvPr/>
        </p:nvSpPr>
        <p:spPr>
          <a:xfrm>
            <a:off x="64613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49"/>
          <p:cNvSpPr/>
          <p:nvPr/>
        </p:nvSpPr>
        <p:spPr>
          <a:xfrm>
            <a:off x="64613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49"/>
          <p:cNvSpPr/>
          <p:nvPr/>
        </p:nvSpPr>
        <p:spPr>
          <a:xfrm>
            <a:off x="64613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49"/>
          <p:cNvSpPr/>
          <p:nvPr/>
        </p:nvSpPr>
        <p:spPr>
          <a:xfrm>
            <a:off x="64613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49"/>
          <p:cNvSpPr/>
          <p:nvPr/>
        </p:nvSpPr>
        <p:spPr>
          <a:xfrm>
            <a:off x="64613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49"/>
          <p:cNvSpPr/>
          <p:nvPr/>
        </p:nvSpPr>
        <p:spPr>
          <a:xfrm>
            <a:off x="64613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49"/>
          <p:cNvSpPr/>
          <p:nvPr/>
        </p:nvSpPr>
        <p:spPr>
          <a:xfrm>
            <a:off x="64613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49"/>
          <p:cNvSpPr/>
          <p:nvPr/>
        </p:nvSpPr>
        <p:spPr>
          <a:xfrm>
            <a:off x="64613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49"/>
          <p:cNvSpPr/>
          <p:nvPr/>
        </p:nvSpPr>
        <p:spPr>
          <a:xfrm>
            <a:off x="71578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49"/>
          <p:cNvSpPr/>
          <p:nvPr/>
        </p:nvSpPr>
        <p:spPr>
          <a:xfrm>
            <a:off x="71578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49"/>
          <p:cNvSpPr/>
          <p:nvPr/>
        </p:nvSpPr>
        <p:spPr>
          <a:xfrm>
            <a:off x="71578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9"/>
          <p:cNvSpPr/>
          <p:nvPr/>
        </p:nvSpPr>
        <p:spPr>
          <a:xfrm>
            <a:off x="71578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9"/>
          <p:cNvSpPr/>
          <p:nvPr/>
        </p:nvSpPr>
        <p:spPr>
          <a:xfrm>
            <a:off x="71578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49"/>
          <p:cNvSpPr/>
          <p:nvPr/>
        </p:nvSpPr>
        <p:spPr>
          <a:xfrm>
            <a:off x="71578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9"/>
          <p:cNvSpPr/>
          <p:nvPr/>
        </p:nvSpPr>
        <p:spPr>
          <a:xfrm>
            <a:off x="71578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9"/>
          <p:cNvSpPr/>
          <p:nvPr/>
        </p:nvSpPr>
        <p:spPr>
          <a:xfrm>
            <a:off x="71578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49"/>
          <p:cNvSpPr/>
          <p:nvPr/>
        </p:nvSpPr>
        <p:spPr>
          <a:xfrm>
            <a:off x="71578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49"/>
          <p:cNvSpPr/>
          <p:nvPr/>
        </p:nvSpPr>
        <p:spPr>
          <a:xfrm>
            <a:off x="71578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49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48" name="Google Shape;648;p4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49" name="Google Shape;649;p49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50" name="Google Shape;650;p4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8566" y="61645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hree column">
  <p:cSld name="CUSTOM_4_9"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2" name="Google Shape;652;p5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3" name="Google Shape;653;p5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4" name="Google Shape;654;p5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5" name="Google Shape;655;p5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656" name="Google Shape;656;p50"/>
          <p:cNvCxnSpPr/>
          <p:nvPr/>
        </p:nvCxnSpPr>
        <p:spPr>
          <a:xfrm>
            <a:off x="430760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657" name="Google Shape;657;p50"/>
          <p:cNvCxnSpPr/>
          <p:nvPr/>
        </p:nvCxnSpPr>
        <p:spPr>
          <a:xfrm>
            <a:off x="789055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658" name="Google Shape;658;p50"/>
          <p:cNvSpPr txBox="1"/>
          <p:nvPr>
            <p:ph idx="2" type="subTitle"/>
          </p:nvPr>
        </p:nvSpPr>
        <p:spPr>
          <a:xfrm>
            <a:off x="11409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59" name="Google Shape;659;p50"/>
          <p:cNvSpPr txBox="1"/>
          <p:nvPr>
            <p:ph idx="3" type="subTitle"/>
          </p:nvPr>
        </p:nvSpPr>
        <p:spPr>
          <a:xfrm>
            <a:off x="11409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60" name="Google Shape;660;p50"/>
          <p:cNvSpPr txBox="1"/>
          <p:nvPr>
            <p:ph idx="4" type="subTitle"/>
          </p:nvPr>
        </p:nvSpPr>
        <p:spPr>
          <a:xfrm>
            <a:off x="472387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61" name="Google Shape;661;p50"/>
          <p:cNvSpPr txBox="1"/>
          <p:nvPr>
            <p:ph idx="5" type="subTitle"/>
          </p:nvPr>
        </p:nvSpPr>
        <p:spPr>
          <a:xfrm>
            <a:off x="83068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62" name="Google Shape;662;p50"/>
          <p:cNvSpPr txBox="1"/>
          <p:nvPr>
            <p:ph idx="6" type="subTitle"/>
          </p:nvPr>
        </p:nvSpPr>
        <p:spPr>
          <a:xfrm>
            <a:off x="4720800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63" name="Google Shape;663;p50"/>
          <p:cNvSpPr txBox="1"/>
          <p:nvPr>
            <p:ph idx="7" type="subTitle"/>
          </p:nvPr>
        </p:nvSpPr>
        <p:spPr>
          <a:xfrm>
            <a:off x="83068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pic>
        <p:nvPicPr>
          <p:cNvPr id="664" name="Google Shape;664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4805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5" name="Google Shape;665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27759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6" name="Google Shape;666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10712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50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68" name="Google Shape;668;p5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69" name="Google Shape;669;p50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70" name="Google Shape;670;p5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1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wo column">
  <p:cSld name="CUSTOM_4_8"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2" name="Google Shape;672;p5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3" name="Google Shape;673;p5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4" name="Google Shape;674;p5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5" name="Google Shape;675;p51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676" name="Google Shape;676;p51"/>
          <p:cNvCxnSpPr/>
          <p:nvPr/>
        </p:nvCxnSpPr>
        <p:spPr>
          <a:xfrm>
            <a:off x="6098909" y="2796200"/>
            <a:ext cx="0" cy="292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677" name="Google Shape;677;p51"/>
          <p:cNvSpPr txBox="1"/>
          <p:nvPr>
            <p:ph idx="2" type="subTitle"/>
          </p:nvPr>
        </p:nvSpPr>
        <p:spPr>
          <a:xfrm>
            <a:off x="13431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78" name="Google Shape;678;p51"/>
          <p:cNvSpPr txBox="1"/>
          <p:nvPr>
            <p:ph idx="3" type="subTitle"/>
          </p:nvPr>
        </p:nvSpPr>
        <p:spPr>
          <a:xfrm>
            <a:off x="13431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679" name="Google Shape;679;p51"/>
          <p:cNvSpPr txBox="1"/>
          <p:nvPr>
            <p:ph idx="4" type="subTitle"/>
          </p:nvPr>
        </p:nvSpPr>
        <p:spPr>
          <a:xfrm>
            <a:off x="65293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680" name="Google Shape;680;p51"/>
          <p:cNvSpPr txBox="1"/>
          <p:nvPr>
            <p:ph idx="5" type="subTitle"/>
          </p:nvPr>
        </p:nvSpPr>
        <p:spPr>
          <a:xfrm>
            <a:off x="65293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681" name="Google Shape;68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0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2" name="Google Shape;682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132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51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84" name="Google Shape;684;p5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85" name="Google Shape;685;p51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86" name="Google Shape;686;p5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large">
  <p:cSld name="CUSTOM_4_7"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689" name="Google Shape;689;p5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0" name="Google Shape;690;p5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1" name="Google Shape;691;p5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92" name="Google Shape;692;p5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3" name="Google Shape;693;p52"/>
          <p:cNvSpPr txBox="1"/>
          <p:nvPr>
            <p:ph type="title"/>
          </p:nvPr>
        </p:nvSpPr>
        <p:spPr>
          <a:xfrm>
            <a:off x="4465550" y="1455375"/>
            <a:ext cx="672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94" name="Google Shape;694;p52"/>
          <p:cNvSpPr txBox="1"/>
          <p:nvPr>
            <p:ph idx="3" type="subTitle"/>
          </p:nvPr>
        </p:nvSpPr>
        <p:spPr>
          <a:xfrm>
            <a:off x="4465600" y="5036725"/>
            <a:ext cx="40977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695" name="Google Shape;695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19450" y="1298452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6" name="Google Shape;696;p5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7773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by two">
  <p:cSld name="CUSTOM_4_6"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8" name="Google Shape;698;p5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9" name="Google Shape;699;p5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0" name="Google Shape;700;p5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01" name="Google Shape;701;p5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02" name="Google Shape;702;p53"/>
          <p:cNvSpPr txBox="1"/>
          <p:nvPr>
            <p:ph idx="2" type="subTitle"/>
          </p:nvPr>
        </p:nvSpPr>
        <p:spPr>
          <a:xfrm>
            <a:off x="6855088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3" name="Google Shape;703;p53"/>
          <p:cNvSpPr txBox="1"/>
          <p:nvPr>
            <p:ph idx="3" type="subTitle"/>
          </p:nvPr>
        </p:nvSpPr>
        <p:spPr>
          <a:xfrm>
            <a:off x="6855081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4" name="Google Shape;704;p53"/>
          <p:cNvSpPr txBox="1"/>
          <p:nvPr>
            <p:ph idx="4" type="subTitle"/>
          </p:nvPr>
        </p:nvSpPr>
        <p:spPr>
          <a:xfrm>
            <a:off x="6855088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5" name="Google Shape;705;p53"/>
          <p:cNvSpPr txBox="1"/>
          <p:nvPr>
            <p:ph idx="5" type="subTitle"/>
          </p:nvPr>
        </p:nvSpPr>
        <p:spPr>
          <a:xfrm>
            <a:off x="6855081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6" name="Google Shape;706;p53"/>
          <p:cNvSpPr txBox="1"/>
          <p:nvPr>
            <p:ph idx="6" type="subTitle"/>
          </p:nvPr>
        </p:nvSpPr>
        <p:spPr>
          <a:xfrm>
            <a:off x="2084625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7" name="Google Shape;707;p53"/>
          <p:cNvSpPr txBox="1"/>
          <p:nvPr>
            <p:ph idx="7" type="subTitle"/>
          </p:nvPr>
        </p:nvSpPr>
        <p:spPr>
          <a:xfrm>
            <a:off x="2084600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8" name="Google Shape;708;p53"/>
          <p:cNvSpPr txBox="1"/>
          <p:nvPr>
            <p:ph idx="8" type="subTitle"/>
          </p:nvPr>
        </p:nvSpPr>
        <p:spPr>
          <a:xfrm>
            <a:off x="2084625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9" name="Google Shape;709;p53"/>
          <p:cNvSpPr txBox="1"/>
          <p:nvPr>
            <p:ph idx="9" type="subTitle"/>
          </p:nvPr>
        </p:nvSpPr>
        <p:spPr>
          <a:xfrm>
            <a:off x="2084600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10" name="Google Shape;710;p53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11" name="Google Shape;711;p5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12" name="Google Shape;712;p53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13" name="Google Shape;713;p5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four column">
  <p:cSld name="CUSTOM_4_5"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5" name="Google Shape;715;p5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6" name="Google Shape;716;p5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7" name="Google Shape;717;p5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5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719" name="Google Shape;719;p54"/>
          <p:cNvCxnSpPr/>
          <p:nvPr/>
        </p:nvCxnSpPr>
        <p:spPr>
          <a:xfrm>
            <a:off x="3416583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20" name="Google Shape;720;p54"/>
          <p:cNvCxnSpPr/>
          <p:nvPr/>
        </p:nvCxnSpPr>
        <p:spPr>
          <a:xfrm>
            <a:off x="6096100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21" name="Google Shape;721;p54"/>
          <p:cNvCxnSpPr/>
          <p:nvPr/>
        </p:nvCxnSpPr>
        <p:spPr>
          <a:xfrm>
            <a:off x="8775617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722" name="Google Shape;722;p54"/>
          <p:cNvSpPr txBox="1"/>
          <p:nvPr>
            <p:ph idx="2" type="subTitle"/>
          </p:nvPr>
        </p:nvSpPr>
        <p:spPr>
          <a:xfrm>
            <a:off x="88507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3" name="Google Shape;723;p54"/>
          <p:cNvSpPr txBox="1"/>
          <p:nvPr>
            <p:ph idx="3" type="subTitle"/>
          </p:nvPr>
        </p:nvSpPr>
        <p:spPr>
          <a:xfrm>
            <a:off x="88505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4" name="Google Shape;724;p54"/>
          <p:cNvSpPr txBox="1"/>
          <p:nvPr>
            <p:ph idx="4" type="subTitle"/>
          </p:nvPr>
        </p:nvSpPr>
        <p:spPr>
          <a:xfrm>
            <a:off x="892362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5" name="Google Shape;725;p54"/>
          <p:cNvSpPr txBox="1"/>
          <p:nvPr>
            <p:ph idx="5" type="subTitle"/>
          </p:nvPr>
        </p:nvSpPr>
        <p:spPr>
          <a:xfrm>
            <a:off x="892360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6" name="Google Shape;726;p54"/>
          <p:cNvSpPr txBox="1"/>
          <p:nvPr>
            <p:ph idx="6" type="subTitle"/>
          </p:nvPr>
        </p:nvSpPr>
        <p:spPr>
          <a:xfrm>
            <a:off x="6244108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7" name="Google Shape;727;p54"/>
          <p:cNvSpPr txBox="1"/>
          <p:nvPr>
            <p:ph idx="7" type="subTitle"/>
          </p:nvPr>
        </p:nvSpPr>
        <p:spPr>
          <a:xfrm>
            <a:off x="6244083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8" name="Google Shape;728;p54"/>
          <p:cNvSpPr txBox="1"/>
          <p:nvPr>
            <p:ph idx="8" type="subTitle"/>
          </p:nvPr>
        </p:nvSpPr>
        <p:spPr>
          <a:xfrm>
            <a:off x="3564592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29" name="Google Shape;729;p54"/>
          <p:cNvSpPr txBox="1"/>
          <p:nvPr>
            <p:ph idx="9" type="subTitle"/>
          </p:nvPr>
        </p:nvSpPr>
        <p:spPr>
          <a:xfrm>
            <a:off x="3564567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30" name="Google Shape;730;p54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31" name="Google Shape;731;p5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32" name="Google Shape;732;p54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33" name="Google Shape;733;p5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left">
  <p:cSld name="CUSTOM_4_4"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55"/>
          <p:cNvSpPr txBox="1"/>
          <p:nvPr>
            <p:ph idx="1" type="subTitle"/>
          </p:nvPr>
        </p:nvSpPr>
        <p:spPr>
          <a:xfrm>
            <a:off x="885050" y="3358700"/>
            <a:ext cx="32919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36" name="Google Shape;736;p55"/>
          <p:cNvSpPr txBox="1"/>
          <p:nvPr>
            <p:ph type="title"/>
          </p:nvPr>
        </p:nvSpPr>
        <p:spPr>
          <a:xfrm>
            <a:off x="885050" y="1240700"/>
            <a:ext cx="41148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9pPr>
          </a:lstStyle>
          <a:p/>
        </p:txBody>
      </p:sp>
      <p:sp>
        <p:nvSpPr>
          <p:cNvPr id="737" name="Google Shape;737;p55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738" name="Google Shape;738;p5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9" name="Google Shape;739;p5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0" name="Google Shape;740;p5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1" name="Google Shape;741;p55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2" name="Google Shape;742;p55"/>
          <p:cNvSpPr txBox="1"/>
          <p:nvPr>
            <p:ph idx="4" type="subTitle"/>
          </p:nvPr>
        </p:nvSpPr>
        <p:spPr>
          <a:xfrm>
            <a:off x="6857350" y="164405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3" name="Google Shape;743;p55"/>
          <p:cNvSpPr txBox="1"/>
          <p:nvPr>
            <p:ph idx="5" type="subTitle"/>
          </p:nvPr>
        </p:nvSpPr>
        <p:spPr>
          <a:xfrm>
            <a:off x="6857350" y="124070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4" name="Google Shape;744;p55"/>
          <p:cNvSpPr txBox="1"/>
          <p:nvPr>
            <p:ph idx="6" type="subTitle"/>
          </p:nvPr>
        </p:nvSpPr>
        <p:spPr>
          <a:xfrm>
            <a:off x="6857350" y="3164125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5" name="Google Shape;745;p55"/>
          <p:cNvSpPr txBox="1"/>
          <p:nvPr>
            <p:ph idx="7" type="subTitle"/>
          </p:nvPr>
        </p:nvSpPr>
        <p:spPr>
          <a:xfrm>
            <a:off x="6857350" y="2760775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6" name="Google Shape;746;p55"/>
          <p:cNvSpPr txBox="1"/>
          <p:nvPr>
            <p:ph idx="8" type="subTitle"/>
          </p:nvPr>
        </p:nvSpPr>
        <p:spPr>
          <a:xfrm>
            <a:off x="6857350" y="468420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7" name="Google Shape;747;p55"/>
          <p:cNvSpPr txBox="1"/>
          <p:nvPr>
            <p:ph idx="9" type="subTitle"/>
          </p:nvPr>
        </p:nvSpPr>
        <p:spPr>
          <a:xfrm>
            <a:off x="6857350" y="428085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pic>
        <p:nvPicPr>
          <p:cNvPr id="748" name="Google Shape;748;p5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left">
  <p:cSld name="CUSTOM_4_2"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0" name="Google Shape;750;p5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1" name="Google Shape;751;p5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2" name="Google Shape;752;p5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3" name="Google Shape;753;p56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54" name="Google Shape;754;p56"/>
          <p:cNvSpPr txBox="1"/>
          <p:nvPr>
            <p:ph idx="2" type="subTitle"/>
          </p:nvPr>
        </p:nvSpPr>
        <p:spPr>
          <a:xfrm>
            <a:off x="5662075" y="2539250"/>
            <a:ext cx="5486400" cy="3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3000"/>
              </a:lnSpc>
              <a:spcBef>
                <a:spcPts val="2000"/>
              </a:spcBef>
              <a:spcAft>
                <a:spcPts val="2000"/>
              </a:spcAft>
              <a:buSzPts val="1800"/>
              <a:buNone/>
              <a:defRPr/>
            </a:lvl9pPr>
          </a:lstStyle>
          <a:p/>
        </p:txBody>
      </p:sp>
      <p:sp>
        <p:nvSpPr>
          <p:cNvPr id="755" name="Google Shape;755;p56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56" name="Google Shape;756;p5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57" name="Google Shape;757;p56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58" name="Google Shape;758;p5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 alt1">
  <p:cSld name="CUSTOM_4_2_2"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0" name="Google Shape;760;p5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1" name="Google Shape;761;p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2" name="Google Shape;762;p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63" name="Google Shape;763;p5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64" name="Google Shape;764;p57"/>
          <p:cNvSpPr txBox="1"/>
          <p:nvPr>
            <p:ph idx="2" type="subTitle"/>
          </p:nvPr>
        </p:nvSpPr>
        <p:spPr>
          <a:xfrm>
            <a:off x="2087850" y="2416425"/>
            <a:ext cx="80448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65" name="Google Shape;765;p5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6" name="Google Shape;766;p5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67" name="Google Shape;767;p5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68" name="Google Shape;768;p5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12187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">
  <p:cSld name="CUSTOM_4_2_1"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58"/>
          <p:cNvSpPr txBox="1"/>
          <p:nvPr>
            <p:ph type="title"/>
          </p:nvPr>
        </p:nvSpPr>
        <p:spPr>
          <a:xfrm>
            <a:off x="3280375" y="1653075"/>
            <a:ext cx="7431000" cy="3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>
                <a:solidFill>
                  <a:schemeClr val="accen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  <p:sp>
        <p:nvSpPr>
          <p:cNvPr id="771" name="Google Shape;771;p5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72" name="Google Shape;772;p5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3" name="Google Shape;773;p5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4" name="Google Shape;774;p5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75" name="Google Shape;775;p5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76" name="Google Shape;776;p5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dark">
  <p:cSld name="CUSTOM_4_1">
    <p:bg>
      <p:bgPr>
        <a:solidFill>
          <a:srgbClr val="292929"/>
        </a:solidFill>
      </p:bgPr>
    </p:bg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59"/>
          <p:cNvSpPr txBox="1"/>
          <p:nvPr>
            <p:ph idx="1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779" name="Google Shape;779;p59"/>
          <p:cNvSpPr txBox="1"/>
          <p:nvPr>
            <p:ph idx="2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780" name="Google Shape;780;p59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cxnSp>
        <p:nvCxnSpPr>
          <p:cNvPr id="781" name="Google Shape;781;p5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2" name="Google Shape;782;p5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83" name="Google Shape;783;p5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4" name="Google Shape;784;p5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85" name="Google Shape;785;p59"/>
          <p:cNvSpPr txBox="1"/>
          <p:nvPr>
            <p:ph idx="4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786" name="Google Shape;786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55875" y="6243950"/>
            <a:ext cx="393800" cy="2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overview">
  <p:cSld name="CUSTOM_4_1_1_1">
    <p:bg>
      <p:bgPr>
        <a:solidFill>
          <a:schemeClr val="lt1"/>
        </a:solidFill>
      </p:bgPr>
    </p:bg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8" name="Google Shape;788;p6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9" name="Google Shape;789;p6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90" name="Google Shape;790;p6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1" name="Google Shape;791;p6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2" name="Google Shape;792;p60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3" name="Google Shape;793;p60"/>
          <p:cNvSpPr txBox="1"/>
          <p:nvPr>
            <p:ph idx="3" type="body"/>
          </p:nvPr>
        </p:nvSpPr>
        <p:spPr>
          <a:xfrm>
            <a:off x="900275" y="3109300"/>
            <a:ext cx="5043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400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94" name="Google Shape;794;p60"/>
          <p:cNvSpPr txBox="1"/>
          <p:nvPr>
            <p:ph type="title"/>
          </p:nvPr>
        </p:nvSpPr>
        <p:spPr>
          <a:xfrm>
            <a:off x="900275" y="1190987"/>
            <a:ext cx="3885900" cy="14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95" name="Google Shape;795;p6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">
  <p:cSld name="TITLE_2_1">
    <p:bg>
      <p:bgPr>
        <a:solidFill>
          <a:schemeClr val="dk1"/>
        </a:solidFill>
      </p:bgPr>
    </p:bg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f699196abe_36_13116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03" name="Google Shape;803;g3f699196abe_36_13116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g3f699196abe_36_13116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05" name="Google Shape;805;g3f699196abe_36_13116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06" name="Google Shape;806;g3f699196abe_36_13116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07" name="Google Shape;807;g3f699196abe_36_13116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808" name="Google Shape;808;g3f699196abe_36_1311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f699196abe_36_1311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10" name="Google Shape;810;g3f699196abe_36_13116" title="presentation-template-OpenShift-RH-lwetzel_cover-slide_A-dark.png"/>
          <p:cNvPicPr preferRelativeResize="0"/>
          <p:nvPr/>
        </p:nvPicPr>
        <p:blipFill rotWithShape="1">
          <a:blip r:embed="rId2">
            <a:alphaModFix/>
          </a:blip>
          <a:srcRect b="18208" l="66083" r="0" t="5064"/>
          <a:stretch/>
        </p:blipFill>
        <p:spPr>
          <a:xfrm>
            <a:off x="8404050" y="636650"/>
            <a:ext cx="3788027" cy="482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11" name="Google Shape;811;g3f699196abe_36_1311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17025" y="6191200"/>
            <a:ext cx="2247726" cy="30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">
  <p:cSld name="CUSTOM_4_1_1">
    <p:bg>
      <p:bgPr>
        <a:solidFill>
          <a:schemeClr val="lt1"/>
        </a:solidFill>
      </p:bgPr>
    </p:bg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3" name="Google Shape;813;g3f699196abe_36_1312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4" name="Google Shape;814;g3f699196abe_36_13127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15" name="Google Shape;815;g3f699196abe_36_1312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6" name="Google Shape;816;g3f699196abe_36_1312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7" name="Google Shape;817;g3f699196abe_36_13127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18" name="Google Shape;818;g3f699196abe_36_13127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19" name="Google Shape;819;g3f699196abe_36_13127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20" name="Google Shape;820;g3f699196abe_36_13127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21" name="Google Shape;821;g3f699196abe_36_1312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two column body">
  <p:cSld name="CUSTOM_4_17_1"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3" name="Google Shape;823;g3f699196abe_36_1313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24" name="Google Shape;824;g3f699196abe_36_1313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5" name="Google Shape;825;g3f699196abe_36_1313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6" name="Google Shape;826;g3f699196abe_36_1313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27" name="Google Shape;827;g3f699196abe_36_13137"/>
          <p:cNvSpPr txBox="1"/>
          <p:nvPr>
            <p:ph idx="2" type="body"/>
          </p:nvPr>
        </p:nvSpPr>
        <p:spPr>
          <a:xfrm>
            <a:off x="885125" y="2291177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28" name="Google Shape;828;g3f699196abe_36_13137"/>
          <p:cNvSpPr txBox="1"/>
          <p:nvPr>
            <p:ph idx="3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29" name="Google Shape;829;g3f699196abe_36_13137"/>
          <p:cNvSpPr txBox="1"/>
          <p:nvPr>
            <p:ph idx="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30" name="Google Shape;830;g3f699196abe_36_1313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31" name="Google Shape;831;g3f699196abe_36_13137"/>
          <p:cNvSpPr txBox="1"/>
          <p:nvPr>
            <p:ph idx="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32" name="Google Shape;832;g3f699196abe_36_1313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">
  <p:cSld name="CUSTOM_4_14"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f699196abe_36_1314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35" name="Google Shape;835;g3f699196abe_36_1314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36" name="Google Shape;836;g3f699196abe_36_1314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837" name="Google Shape;837;g3f699196abe_36_1314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38" name="Google Shape;838;g3f699196abe_36_131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9" name="Google Shape;839;g3f699196abe_36_131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0" name="Google Shape;840;g3f699196abe_36_1314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841" name="Google Shape;841;g3f699196abe_36_13148"/>
          <p:cNvCxnSpPr/>
          <p:nvPr/>
        </p:nvCxnSpPr>
        <p:spPr>
          <a:xfrm>
            <a:off x="43061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42" name="Google Shape;842;g3f699196abe_36_13148"/>
          <p:cNvCxnSpPr/>
          <p:nvPr/>
        </p:nvCxnSpPr>
        <p:spPr>
          <a:xfrm>
            <a:off x="78858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843" name="Google Shape;843;g3f699196abe_36_1314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44" name="Google Shape;844;g3f699196abe_36_1314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45" name="Google Shape;845;g3f699196abe_36_1314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46" name="Google Shape;846;g3f699196abe_36_1314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47" name="Google Shape;847;g3f699196abe_36_1314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48" name="Google Shape;848;g3f699196abe_36_1314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49" name="Google Shape;849;g3f699196abe_36_1314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50" name="Google Shape;850;g3f699196abe_36_131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51" name="Google Shape;851;g3f699196abe_36_1314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52" name="Google Shape;852;g3f699196abe_36_131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USTOM_3_2_1">
    <p:bg>
      <p:bgPr>
        <a:solidFill>
          <a:schemeClr val="lt1"/>
        </a:solidFill>
      </p:bgPr>
    </p:bg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3f699196abe_36_13168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855" name="Google Shape;855;g3f699196abe_36_1316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6" name="Google Shape;856;g3f699196abe_36_13168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857" name="Google Shape;857;g3f699196abe_36_13168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g3f699196abe_36_1316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9" name="Google Shape;859;g3f699196abe_36_13168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g3f699196abe_36_13168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61" name="Google Shape;861;g3f699196abe_36_13168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2" name="Google Shape;862;g3f699196abe_36_13168"/>
          <p:cNvSpPr txBox="1"/>
          <p:nvPr/>
        </p:nvSpPr>
        <p:spPr>
          <a:xfrm>
            <a:off x="5903450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63" name="Google Shape;863;g3f699196abe_36_13168"/>
          <p:cNvSpPr txBox="1"/>
          <p:nvPr/>
        </p:nvSpPr>
        <p:spPr>
          <a:xfrm>
            <a:off x="5903450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64" name="Google Shape;864;g3f699196abe_36_13168"/>
          <p:cNvSpPr txBox="1"/>
          <p:nvPr/>
        </p:nvSpPr>
        <p:spPr>
          <a:xfrm>
            <a:off x="8815525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facebook.com/redhatinc</a:t>
            </a:r>
            <a:endParaRPr b="0" i="0" sz="1200" u="none" cap="none" strike="noStrike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  <p:sp>
        <p:nvSpPr>
          <p:cNvPr id="865" name="Google Shape;865;g3f699196abe_36_13168"/>
          <p:cNvSpPr txBox="1"/>
          <p:nvPr/>
        </p:nvSpPr>
        <p:spPr>
          <a:xfrm>
            <a:off x="8815525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twitter.com/RedHat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866" name="Google Shape;866;g3f699196abe_36_131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6459" y="51803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7" name="Google Shape;867;g3f699196abe_36_131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86459" y="46752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g3f699196abe_36_1316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0534" y="51803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9" name="Google Shape;869;g3f699196abe_36_1316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0534" y="46752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g3f699196abe_36_13168" title="Logo-Red_Hat-Intel-A-Standard-RGB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olumn">
  <p:cSld name="CUSTOM_4_3"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72" name="Google Shape;872;g3f699196abe_36_1318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73" name="Google Shape;873;g3f699196abe_36_131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4" name="Google Shape;874;g3f699196abe_36_1318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75" name="Google Shape;875;g3f699196abe_36_13186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876" name="Google Shape;876;g3f699196abe_36_13186"/>
          <p:cNvCxnSpPr/>
          <p:nvPr/>
        </p:nvCxnSpPr>
        <p:spPr>
          <a:xfrm>
            <a:off x="43061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77" name="Google Shape;877;g3f699196abe_36_13186"/>
          <p:cNvCxnSpPr/>
          <p:nvPr/>
        </p:nvCxnSpPr>
        <p:spPr>
          <a:xfrm>
            <a:off x="78858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878" name="Google Shape;878;g3f699196abe_36_13186"/>
          <p:cNvSpPr txBox="1"/>
          <p:nvPr>
            <p:ph idx="2" type="subTitle"/>
          </p:nvPr>
        </p:nvSpPr>
        <p:spPr>
          <a:xfrm>
            <a:off x="44683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79" name="Google Shape;879;g3f699196abe_36_13186"/>
          <p:cNvSpPr txBox="1"/>
          <p:nvPr>
            <p:ph idx="3" type="subTitle"/>
          </p:nvPr>
        </p:nvSpPr>
        <p:spPr>
          <a:xfrm>
            <a:off x="44684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80" name="Google Shape;880;g3f699196abe_36_13186"/>
          <p:cNvSpPr txBox="1"/>
          <p:nvPr>
            <p:ph idx="4" type="subTitle"/>
          </p:nvPr>
        </p:nvSpPr>
        <p:spPr>
          <a:xfrm>
            <a:off x="80480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1" name="Google Shape;881;g3f699196abe_36_13186"/>
          <p:cNvSpPr txBox="1"/>
          <p:nvPr>
            <p:ph idx="5" type="subTitle"/>
          </p:nvPr>
        </p:nvSpPr>
        <p:spPr>
          <a:xfrm>
            <a:off x="80481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82" name="Google Shape;882;g3f699196abe_36_13186"/>
          <p:cNvSpPr txBox="1"/>
          <p:nvPr>
            <p:ph idx="6" type="subTitle"/>
          </p:nvPr>
        </p:nvSpPr>
        <p:spPr>
          <a:xfrm>
            <a:off x="8886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3" name="Google Shape;883;g3f699196abe_36_13186"/>
          <p:cNvSpPr txBox="1"/>
          <p:nvPr>
            <p:ph idx="7" type="subTitle"/>
          </p:nvPr>
        </p:nvSpPr>
        <p:spPr>
          <a:xfrm>
            <a:off x="8887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84" name="Google Shape;884;g3f699196abe_36_13186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5" name="Google Shape;885;g3f699196abe_36_1318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86" name="Google Shape;886;g3f699196abe_36_13186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87" name="Google Shape;887;g3f699196abe_36_1318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, subhead, and body">
  <p:cSld name="CUSTOM_4_17"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f699196abe_36_1320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90" name="Google Shape;890;g3f699196abe_36_1320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cxnSp>
        <p:nvCxnSpPr>
          <p:cNvPr id="891" name="Google Shape;891;g3f699196abe_36_1320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92" name="Google Shape;892;g3f699196abe_36_132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3" name="Google Shape;893;g3f699196abe_36_132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4" name="Google Shape;894;g3f699196abe_36_13203"/>
          <p:cNvSpPr txBox="1"/>
          <p:nvPr>
            <p:ph idx="2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95" name="Google Shape;895;g3f699196abe_36_13203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96" name="Google Shape;896;g3f699196abe_36_13203"/>
          <p:cNvSpPr txBox="1"/>
          <p:nvPr>
            <p:ph idx="4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897" name="Google Shape;897;g3f699196abe_36_132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and column body">
  <p:cSld name="CUSTOM_4_17_1_1"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9" name="Google Shape;899;g3f699196abe_36_132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00" name="Google Shape;900;g3f699196abe_36_132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1" name="Google Shape;901;g3f699196abe_36_132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2" name="Google Shape;902;g3f699196abe_36_1321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03" name="Google Shape;903;g3f699196abe_36_13213"/>
          <p:cNvSpPr txBox="1"/>
          <p:nvPr>
            <p:ph idx="2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904" name="Google Shape;904;g3f699196abe_36_13213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05" name="Google Shape;905;g3f699196abe_36_1321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906" name="Google Shape;906;g3f699196abe_36_13213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907" name="Google Shape;907;g3f699196abe_36_132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08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3f699196abe_36_13223"/>
          <p:cNvSpPr/>
          <p:nvPr/>
        </p:nvSpPr>
        <p:spPr>
          <a:xfrm>
            <a:off x="8877225" y="5878875"/>
            <a:ext cx="3314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g3f699196abe_36_13223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1" name="Google Shape;911;g3f699196abe_36_13223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2" name="Google Shape;912;g3f699196abe_36_13223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13" name="Google Shape;913;g3f699196abe_36_13223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14" name="Google Shape;914;g3f699196abe_36_1322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f699196abe_36_1322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6" name="Google Shape;916;g3f699196abe_36_132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closing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17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3f699196abe_36_13232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g3f699196abe_36_13232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0" name="Google Shape;920;g3f699196abe_36_13232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921" name="Google Shape;921;g3f699196abe_36_132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g3f699196abe_36_132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g3f699196abe_36_132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4" name="Google Shape;924;g3f699196abe_36_132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925" name="Google Shape;925;g3f699196abe_36_13232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26" name="Google Shape;926;g3f699196abe_36_13232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27" name="Google Shape;927;g3f699196abe_36_13232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28" name="Google Shape;928;g3f699196abe_36_13232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929" name="Google Shape;929;g3f699196abe_36_13232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30" name="Google Shape;930;g3f699196abe_36_1323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1" name="Google Shape;931;g3f699196abe_36_1323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32" name="Google Shape;932;g3f699196abe_36_132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">
  <p:cSld name="TITLE_2">
    <p:bg>
      <p:bgPr>
        <a:solidFill>
          <a:srgbClr val="1B0D33"/>
        </a:solidFill>
      </p:bgPr>
    </p:bg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f699196abe_36_13248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35" name="Google Shape;935;g3f699196abe_36_13248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g3f699196abe_36_13248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7" name="Google Shape;937;g3f699196abe_36_13248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8" name="Google Shape;938;g3f699196abe_36_13248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39" name="Google Shape;939;g3f699196abe_36_13248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40" name="Google Shape;940;g3f699196abe_36_132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1" name="Google Shape;941;g3f699196abe_36_132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42" name="Google Shape;942;g3f699196abe_36_132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 1">
  <p:cSld name="TITLE_2_1_1">
    <p:bg>
      <p:bgPr>
        <a:solidFill>
          <a:schemeClr val="dk1"/>
        </a:solidFill>
      </p:bgPr>
    </p:bg>
    <p:spTree>
      <p:nvGrpSpPr>
        <p:cNvPr id="943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3f699196abe_36_13258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45" name="Google Shape;945;g3f699196abe_36_13258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g3f699196abe_36_13258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7" name="Google Shape;947;g3f699196abe_36_13258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8" name="Google Shape;948;g3f699196abe_36_13258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49" name="Google Shape;949;g3f699196abe_36_13258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50" name="Google Shape;950;g3f699196abe_36_1325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1" name="Google Shape;951;g3f699196abe_36_1325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52" name="Google Shape;952;g3f699196abe_36_13258" title="presentation-template-OpenShift-RH-lwetzel_cover-slide_collage-dark.png"/>
          <p:cNvPicPr preferRelativeResize="0"/>
          <p:nvPr/>
        </p:nvPicPr>
        <p:blipFill rotWithShape="1">
          <a:blip r:embed="rId2">
            <a:alphaModFix/>
          </a:blip>
          <a:srcRect b="14809" l="62774" r="0" t="12166"/>
          <a:stretch/>
        </p:blipFill>
        <p:spPr>
          <a:xfrm>
            <a:off x="8658550" y="933600"/>
            <a:ext cx="3533450" cy="3899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3" name="Google Shape;953;g3f699196abe_36_1325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">
  <p:cSld name="TITLE_1_1">
    <p:bg>
      <p:bgPr>
        <a:solidFill>
          <a:srgbClr val="1B0D33"/>
        </a:solidFill>
      </p:bgPr>
    </p:bg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g3f699196abe_36_13269"/>
          <p:cNvSpPr/>
          <p:nvPr/>
        </p:nvSpPr>
        <p:spPr>
          <a:xfrm>
            <a:off x="0" y="5857028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56" name="Google Shape;956;g3f699196abe_36_13269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g3f699196abe_36_13269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958" name="Google Shape;958;g3f699196abe_36_13269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9" name="Google Shape;959;g3f699196abe_36_13269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0" name="Google Shape;960;g3f699196abe_36_13269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1" name="Google Shape;961;g3f699196abe_36_13269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2" name="Google Shape;962;g3f699196abe_36_13269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963" name="Google Shape;963;g3f699196abe_36_13269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64" name="Google Shape;964;g3f699196abe_36_1326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5" name="Google Shape;965;g3f699196abe_36_1326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66" name="Google Shape;966;g3f699196abe_36_132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7" name="Google Shape;967;g3f699196abe_36_132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8" name="Google Shape;968;g3f699196abe_36_132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9" name="Google Shape;969;g3f699196abe_36_1326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0" name="Google Shape;970;g3f699196abe_36_13269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 1">
  <p:cSld name="TITLE_1_1_2">
    <p:bg>
      <p:bgPr>
        <a:solidFill>
          <a:schemeClr val="dk1"/>
        </a:solidFill>
      </p:bgPr>
    </p:bg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g3f699196abe_36_13286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73" name="Google Shape;973;g3f699196abe_36_13286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4" name="Google Shape;974;g3f699196abe_36_13286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975" name="Google Shape;975;g3f699196abe_36_13286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6" name="Google Shape;976;g3f699196abe_36_13286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77" name="Google Shape;977;g3f699196abe_36_13286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78" name="Google Shape;978;g3f699196abe_36_13286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79" name="Google Shape;979;g3f699196abe_36_13286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980" name="Google Shape;980;g3f699196abe_36_13286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1" name="Google Shape;981;g3f699196abe_36_132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2" name="Google Shape;982;g3f699196abe_36_1328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83" name="Google Shape;983;g3f699196abe_36_132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4" name="Google Shape;984;g3f699196abe_36_132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5" name="Google Shape;985;g3f699196abe_36_1328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6" name="Google Shape;986;g3f699196abe_36_1328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7" name="Google Shape;987;g3f699196abe_36_13286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Image">
  <p:cSld name="TITLE_1_1_1">
    <p:bg>
      <p:bgPr>
        <a:solidFill>
          <a:schemeClr val="lt1"/>
        </a:solidFill>
      </p:bgPr>
    </p:bg>
    <p:spTree>
      <p:nvGrpSpPr>
        <p:cNvPr id="988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3f699196abe_36_13303"/>
          <p:cNvSpPr/>
          <p:nvPr/>
        </p:nvSpPr>
        <p:spPr>
          <a:xfrm>
            <a:off x="8808450" y="5878875"/>
            <a:ext cx="3383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0" name="Google Shape;990;g3f699196abe_36_13303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1" name="Google Shape;991;g3f699196abe_36_133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2" name="Google Shape;992;g3f699196abe_36_133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93" name="Google Shape;993;g3f699196abe_36_133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ebinar title">
  <p:cSld name="TITLE_3">
    <p:bg>
      <p:bgPr>
        <a:solidFill>
          <a:srgbClr val="EBEBEB">
            <a:alpha val="0"/>
          </a:srgbClr>
        </a:solidFill>
      </p:bgPr>
    </p:bg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5" name="Google Shape;995;g3f699196abe_36_1330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9200" y="762000"/>
            <a:ext cx="2145944" cy="507600"/>
          </a:xfrm>
          <a:prstGeom prst="rect">
            <a:avLst/>
          </a:prstGeom>
          <a:noFill/>
          <a:ln>
            <a:noFill/>
          </a:ln>
        </p:spPr>
      </p:pic>
      <p:sp>
        <p:nvSpPr>
          <p:cNvPr id="996" name="Google Shape;996;g3f699196abe_36_13309"/>
          <p:cNvSpPr txBox="1"/>
          <p:nvPr>
            <p:ph idx="1" type="subTitle"/>
          </p:nvPr>
        </p:nvSpPr>
        <p:spPr>
          <a:xfrm>
            <a:off x="1169325" y="44362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2800"/>
              <a:buFont typeface="Red Hat Display"/>
              <a:buNone/>
              <a:defRPr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7" name="Google Shape;997;g3f699196abe_36_13309"/>
          <p:cNvSpPr txBox="1"/>
          <p:nvPr>
            <p:ph type="title"/>
          </p:nvPr>
        </p:nvSpPr>
        <p:spPr>
          <a:xfrm>
            <a:off x="1169475" y="2658025"/>
            <a:ext cx="9871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8" name="Google Shape;998;g3f699196abe_36_13309"/>
          <p:cNvSpPr txBox="1"/>
          <p:nvPr>
            <p:ph idx="2" type="subTitle"/>
          </p:nvPr>
        </p:nvSpPr>
        <p:spPr>
          <a:xfrm>
            <a:off x="1169325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999" name="Google Shape;999;g3f699196abe_36_13309"/>
          <p:cNvSpPr txBox="1"/>
          <p:nvPr>
            <p:ph idx="3" type="subTitle"/>
          </p:nvPr>
        </p:nvSpPr>
        <p:spPr>
          <a:xfrm>
            <a:off x="3557450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00" name="Google Shape;1000;g3f699196abe_36_1330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1" name="Google Shape;1001;g3f699196abe_36_1330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02" name="Google Shape;1002;g3f699196abe_36_13309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5978524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A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3f699196abe_36_13318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05" name="Google Shape;1005;g3f699196abe_36_133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06" name="Google Shape;1006;g3f699196abe_36_133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7" name="Google Shape;1007;g3f699196abe_36_1331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08" name="Google Shape;1008;g3f699196abe_36_13318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9pPr>
          </a:lstStyle>
          <a:p/>
        </p:txBody>
      </p:sp>
      <p:sp>
        <p:nvSpPr>
          <p:cNvPr id="1009" name="Google Shape;1009;g3f699196abe_36_133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10" name="Google Shape;1010;g3f699196abe_36_1331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021209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B">
  <p:cSld name="CUSTOM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g3f699196abe_36_13326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13" name="Google Shape;1013;g3f699196abe_36_1332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14" name="Google Shape;1014;g3f699196abe_36_1332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5" name="Google Shape;1015;g3f699196abe_36_1332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16" name="Google Shape;1016;g3f699196abe_36_13326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7" name="Google Shape;1017;g3f699196abe_36_1332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18" name="Google Shape;1018;g3f699196abe_36_1332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3026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A">
  <p:cSld name="CUSTOM_2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f699196abe_36_1333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21" name="Google Shape;1021;g3f699196abe_36_1333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2" name="Google Shape;1022;g3f699196abe_36_1333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23" name="Google Shape;1023;g3f699196abe_36_133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24" name="Google Shape;1024;g3f699196abe_36_13334"/>
          <p:cNvSpPr txBox="1"/>
          <p:nvPr>
            <p:ph idx="2" type="subTitle"/>
          </p:nvPr>
        </p:nvSpPr>
        <p:spPr>
          <a:xfrm>
            <a:off x="9480050" y="1401753"/>
            <a:ext cx="2124300" cy="40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9pPr>
          </a:lstStyle>
          <a:p/>
        </p:txBody>
      </p:sp>
      <p:pic>
        <p:nvPicPr>
          <p:cNvPr id="1025" name="Google Shape;1025;g3f699196abe_36_1333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C">
  <p:cSld name="CUSTOM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26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g3f699196abe_36_13341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28" name="Google Shape;1028;g3f699196abe_36_1334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29" name="Google Shape;1029;g3f699196abe_36_1334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0" name="Google Shape;1030;g3f699196abe_36_133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31" name="Google Shape;1031;g3f699196abe_36_13341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9pPr>
          </a:lstStyle>
          <a:p/>
        </p:txBody>
      </p:sp>
      <p:sp>
        <p:nvSpPr>
          <p:cNvPr id="1032" name="Google Shape;1032;g3f699196abe_36_13341"/>
          <p:cNvSpPr txBox="1"/>
          <p:nvPr>
            <p:ph idx="3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33" name="Google Shape;1033;g3f699196abe_36_133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34" name="Google Shape;1034;g3f699196abe_36_1334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B">
  <p:cSld name="CUSTOM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3f699196abe_36_13350"/>
          <p:cNvSpPr txBox="1"/>
          <p:nvPr>
            <p:ph idx="1" type="subTitle"/>
          </p:nvPr>
        </p:nvSpPr>
        <p:spPr>
          <a:xfrm>
            <a:off x="9480050" y="1327204"/>
            <a:ext cx="2124300" cy="4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037" name="Google Shape;1037;g3f699196abe_36_1335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8" name="Google Shape;1038;g3f699196abe_36_1335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9" name="Google Shape;1039;g3f699196abe_36_13350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40" name="Google Shape;1040;g3f699196abe_36_1335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41" name="Google Shape;1041;g3f699196abe_36_1335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">
  <p:cSld name="CUSTOM_3">
    <p:bg>
      <p:bgPr>
        <a:solidFill>
          <a:schemeClr val="lt1"/>
        </a:solidFill>
      </p:bgPr>
    </p:bg>
    <p:spTree>
      <p:nvGrpSpPr>
        <p:cNvPr id="1042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g3f699196abe_36_13357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44" name="Google Shape;1044;g3f699196abe_36_13357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1045" name="Google Shape;1045;g3f699196abe_36_133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6" name="Google Shape;1046;g3f699196abe_36_13357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47" name="Google Shape;1047;g3f699196abe_36_13357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8" name="Google Shape;1048;g3f699196abe_36_133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49" name="Google Shape;1049;g3f699196abe_36_1335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981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lide with Image">
  <p:cSld name="CUSTOM_3_2">
    <p:bg>
      <p:bgPr>
        <a:solidFill>
          <a:schemeClr val="lt1"/>
        </a:solidFill>
      </p:bgPr>
    </p:bg>
    <p:spTree>
      <p:nvGrpSpPr>
        <p:cNvPr id="1050" name="Shape 10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Google Shape;1051;g3f699196abe_36_13365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52" name="Google Shape;1052;g3f699196abe_36_1336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3" name="Google Shape;1053;g3f699196abe_36_13365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1054" name="Google Shape;1054;g3f699196abe_36_13365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g3f699196abe_36_1336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56" name="Google Shape;1056;g3f699196abe_36_13365"/>
          <p:cNvSpPr txBox="1"/>
          <p:nvPr>
            <p:ph idx="2" type="subTitle"/>
          </p:nvPr>
        </p:nvSpPr>
        <p:spPr>
          <a:xfrm>
            <a:off x="5660525" y="3971650"/>
            <a:ext cx="4446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ed Hat Display"/>
              <a:buNone/>
              <a:defRPr sz="18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57" name="Google Shape;1057;g3f699196abe_36_13365"/>
          <p:cNvSpPr txBox="1"/>
          <p:nvPr>
            <p:ph type="title"/>
          </p:nvPr>
        </p:nvSpPr>
        <p:spPr>
          <a:xfrm>
            <a:off x="5660525" y="1709031"/>
            <a:ext cx="57363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058" name="Google Shape;1058;g3f699196abe_36_13365"/>
          <p:cNvSpPr txBox="1"/>
          <p:nvPr>
            <p:ph idx="3" type="subTitle"/>
          </p:nvPr>
        </p:nvSpPr>
        <p:spPr>
          <a:xfrm>
            <a:off x="5660525" y="5318275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 Medium"/>
              <a:buNone/>
              <a:defRPr sz="14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59" name="Google Shape;1059;g3f699196abe_36_13365"/>
          <p:cNvSpPr/>
          <p:nvPr/>
        </p:nvSpPr>
        <p:spPr>
          <a:xfrm>
            <a:off x="8901850" y="5878875"/>
            <a:ext cx="32901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0" name="Google Shape;1060;g3f699196abe_36_13365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841" y="62204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2">
  <p:cSld name="CUSTOM_8">
    <p:bg>
      <p:bgPr>
        <a:solidFill>
          <a:schemeClr val="lt1"/>
        </a:solidFill>
      </p:bgPr>
    </p:bg>
    <p:spTree>
      <p:nvGrpSpPr>
        <p:cNvPr id="106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g3f699196abe_36_13376"/>
          <p:cNvSpPr/>
          <p:nvPr/>
        </p:nvSpPr>
        <p:spPr>
          <a:xfrm>
            <a:off x="-50" y="0"/>
            <a:ext cx="933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63" name="Google Shape;1063;g3f699196abe_36_13376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64" name="Google Shape;1064;g3f699196abe_36_13376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Display Medium"/>
              <a:buNone/>
              <a:defRPr sz="10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65" name="Google Shape;1065;g3f699196abe_36_13376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6" name="Google Shape;1066;g3f699196abe_36_1337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7" name="Google Shape;1067;g3f699196abe_36_1337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68" name="Google Shape;1068;g3f699196abe_36_1337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839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divider">
  <p:cSld name="CUSTOM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3f699196abe_36_13384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71" name="Google Shape;1071;g3f699196abe_36_1338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2" name="Google Shape;1072;g3f699196abe_36_13384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3" name="Google Shape;1073;g3f699196abe_36_1338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4" name="Google Shape;1074;g3f699196abe_36_1338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75" name="Google Shape;1075;g3f699196abe_36_1338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76" name="Google Shape;1076;g3f699196abe_36_1338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">
  <p:cSld name="CUSTOM_4"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g3f699196abe_36_1339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79" name="Google Shape;1079;g3f699196abe_36_1339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0" name="Google Shape;1080;g3f699196abe_36_1339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1" name="Google Shape;1081;g3f699196abe_36_1339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82" name="Google Shape;1082;g3f699196abe_36_1339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3" name="Google Shape;1083;g3f699196abe_36_13392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084" name="Google Shape;1084;g3f699196abe_36_13392"/>
          <p:cNvSpPr txBox="1"/>
          <p:nvPr>
            <p:ph idx="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085" name="Google Shape;1085;g3f699196abe_36_1339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hevrons">
  <p:cSld name="CUSTOM_4_20">
    <p:spTree>
      <p:nvGrpSpPr>
        <p:cNvPr id="1086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g3f699196abe_36_1340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88" name="Google Shape;1088;g3f699196abe_36_1340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9" name="Google Shape;1089;g3f699196abe_36_1340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f699196abe_36_1340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1" name="Google Shape;1091;g3f699196abe_36_1340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92" name="Google Shape;1092;g3f699196abe_36_13401"/>
          <p:cNvSpPr/>
          <p:nvPr/>
        </p:nvSpPr>
        <p:spPr>
          <a:xfrm>
            <a:off x="3901500" y="2473638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g3f699196abe_36_13401"/>
          <p:cNvSpPr/>
          <p:nvPr/>
        </p:nvSpPr>
        <p:spPr>
          <a:xfrm>
            <a:off x="780300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g3f699196abe_36_13401"/>
          <p:cNvSpPr/>
          <p:nvPr/>
        </p:nvSpPr>
        <p:spPr>
          <a:xfrm>
            <a:off x="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g3f699196abe_36_13401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g3f699196abe_36_13401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g3f699196abe_36_13401"/>
          <p:cNvSpPr txBox="1"/>
          <p:nvPr>
            <p:ph idx="3" type="subTitle"/>
          </p:nvPr>
        </p:nvSpPr>
        <p:spPr>
          <a:xfrm>
            <a:off x="39015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098" name="Google Shape;1098;g3f699196abe_36_13401"/>
          <p:cNvSpPr txBox="1"/>
          <p:nvPr>
            <p:ph idx="4" type="subTitle"/>
          </p:nvPr>
        </p:nvSpPr>
        <p:spPr>
          <a:xfrm>
            <a:off x="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7315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099" name="Google Shape;1099;g3f699196abe_36_13401"/>
          <p:cNvSpPr txBox="1"/>
          <p:nvPr>
            <p:ph idx="5" type="subTitle"/>
          </p:nvPr>
        </p:nvSpPr>
        <p:spPr>
          <a:xfrm>
            <a:off x="78030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00" name="Google Shape;1100;g3f699196abe_36_1340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01" name="Google Shape;1101;g3f699196abe_36_13401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02" name="Google Shape;1102;g3f699196abe_36_1340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28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chevrons">
  <p:cSld name="CUSTOM_4_20_1">
    <p:spTree>
      <p:nvGrpSpPr>
        <p:cNvPr id="1103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4" name="Google Shape;1104;g3f699196abe_36_134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5" name="Google Shape;1105;g3f699196abe_36_134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f699196abe_36_134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7" name="Google Shape;1107;g3f699196abe_36_1341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08" name="Google Shape;1108;g3f699196abe_36_13418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g3f699196abe_36_13418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g3f699196abe_36_13418"/>
          <p:cNvSpPr/>
          <p:nvPr/>
        </p:nvSpPr>
        <p:spPr>
          <a:xfrm>
            <a:off x="586380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g3f699196abe_36_13418"/>
          <p:cNvSpPr/>
          <p:nvPr/>
        </p:nvSpPr>
        <p:spPr>
          <a:xfrm>
            <a:off x="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g3f699196abe_36_13418"/>
          <p:cNvSpPr txBox="1"/>
          <p:nvPr>
            <p:ph idx="2" type="subTitle"/>
          </p:nvPr>
        </p:nvSpPr>
        <p:spPr>
          <a:xfrm>
            <a:off x="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13" name="Google Shape;1113;g3f699196abe_36_13418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14" name="Google Shape;1114;g3f699196abe_36_1341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15" name="Google Shape;1115;g3f699196abe_36_13418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16" name="Google Shape;1116;g3f699196abe_36_13418"/>
          <p:cNvSpPr txBox="1"/>
          <p:nvPr>
            <p:ph idx="5" type="subTitle"/>
          </p:nvPr>
        </p:nvSpPr>
        <p:spPr>
          <a:xfrm>
            <a:off x="663300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pic>
        <p:nvPicPr>
          <p:cNvPr id="1117" name="Google Shape;1117;g3f699196abe_36_1341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ircles">
  <p:cSld name="CUSTOM_4_19"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9" name="Google Shape;1119;g3f699196abe_36_1343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20" name="Google Shape;1120;g3f699196abe_36_1343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1" name="Google Shape;1121;g3f699196abe_36_1343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2" name="Google Shape;1122;g3f699196abe_36_1343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123" name="Google Shape;1123;g3f699196abe_36_134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3525" y="2296425"/>
            <a:ext cx="8704948" cy="324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4" name="Google Shape;1124;g3f699196abe_36_13433"/>
          <p:cNvSpPr txBox="1"/>
          <p:nvPr>
            <p:ph idx="2" type="subTitle"/>
          </p:nvPr>
        </p:nvSpPr>
        <p:spPr>
          <a:xfrm>
            <a:off x="2262374" y="2965028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25" name="Google Shape;1125;g3f699196abe_36_13433"/>
          <p:cNvSpPr txBox="1"/>
          <p:nvPr>
            <p:ph idx="3" type="subTitle"/>
          </p:nvPr>
        </p:nvSpPr>
        <p:spPr>
          <a:xfrm>
            <a:off x="5005265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26" name="Google Shape;1126;g3f699196abe_36_13433"/>
          <p:cNvSpPr txBox="1"/>
          <p:nvPr>
            <p:ph idx="4" type="subTitle"/>
          </p:nvPr>
        </p:nvSpPr>
        <p:spPr>
          <a:xfrm>
            <a:off x="7748157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27" name="Google Shape;1127;g3f699196abe_36_13433"/>
          <p:cNvSpPr txBox="1"/>
          <p:nvPr>
            <p:ph idx="5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28" name="Google Shape;1128;g3f699196abe_36_1343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29" name="Google Shape;1129;g3f699196abe_36_13433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30" name="Google Shape;1130;g3f699196abe_36_1343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186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lank">
  <p:cSld name="CUSTOM_4_18">
    <p:spTree>
      <p:nvGrpSpPr>
        <p:cNvPr id="113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3f699196abe_36_1344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133" name="Google Shape;1133;g3f699196abe_36_1344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34" name="Google Shape;1134;g3f699196abe_36_1344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35" name="Google Shape;1135;g3f699196abe_36_1344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36" name="Google Shape;1136;g3f699196abe_36_13446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137" name="Google Shape;1137;g3f699196abe_36_1344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body">
  <p:cSld name="CUSTOM_4_17_2">
    <p:spTree>
      <p:nvGrpSpPr>
        <p:cNvPr id="1138" name="Shape 1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9" name="Google Shape;1139;g3f699196abe_36_1345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0" name="Google Shape;1140;g3f699196abe_36_1345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1" name="Google Shape;1141;g3f699196abe_36_1345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42" name="Google Shape;1142;g3f699196abe_36_1345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43" name="Google Shape;1143;g3f699196abe_36_13453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44" name="Google Shape;1144;g3f699196abe_36_1345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45" name="Google Shape;1145;g3f699196abe_36_13453"/>
          <p:cNvSpPr txBox="1"/>
          <p:nvPr>
            <p:ph idx="3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146" name="Google Shape;1146;g3f699196abe_36_1345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ody">
  <p:cSld name="CUSTOM_4_17_2_1"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g3f699196abe_36_1346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49" name="Google Shape;1149;g3f699196abe_36_1346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0" name="Google Shape;1150;g3f699196abe_36_1346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51" name="Google Shape;1151;g3f699196abe_36_1346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52" name="Google Shape;1152;g3f699196abe_36_1346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53" name="Google Shape;1153;g3f699196abe_36_13462"/>
          <p:cNvSpPr txBox="1"/>
          <p:nvPr>
            <p:ph idx="3" type="body"/>
          </p:nvPr>
        </p:nvSpPr>
        <p:spPr>
          <a:xfrm>
            <a:off x="2438400" y="16002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154" name="Google Shape;1154;g3f699196abe_36_1346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vertical">
  <p:cSld name="CUSTOM_4_16">
    <p:spTree>
      <p:nvGrpSpPr>
        <p:cNvPr id="1155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3f699196abe_36_1347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57" name="Google Shape;1157;g3f699196abe_36_1347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8" name="Google Shape;1158;g3f699196abe_36_1347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59" name="Google Shape;1159;g3f699196abe_36_1347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60" name="Google Shape;1160;g3f699196abe_36_13470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161" name="Google Shape;1161;g3f699196abe_36_13470"/>
          <p:cNvCxnSpPr/>
          <p:nvPr/>
        </p:nvCxnSpPr>
        <p:spPr>
          <a:xfrm>
            <a:off x="4146414" y="-7350"/>
            <a:ext cx="0" cy="6872700"/>
          </a:xfrm>
          <a:prstGeom prst="straightConnector1">
            <a:avLst/>
          </a:prstGeom>
          <a:noFill/>
          <a:ln cap="flat" cmpd="sng" w="285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2" name="Google Shape;1162;g3f699196abe_36_13470"/>
          <p:cNvSpPr txBox="1"/>
          <p:nvPr>
            <p:ph idx="3" type="subTitle"/>
          </p:nvPr>
        </p:nvSpPr>
        <p:spPr>
          <a:xfrm>
            <a:off x="4467775" y="1832876"/>
            <a:ext cx="5115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163" name="Google Shape;1163;g3f699196abe_36_13470"/>
          <p:cNvSpPr txBox="1"/>
          <p:nvPr>
            <p:ph idx="4" type="subTitle"/>
          </p:nvPr>
        </p:nvSpPr>
        <p:spPr>
          <a:xfrm>
            <a:off x="4467775" y="1441300"/>
            <a:ext cx="45387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64" name="Google Shape;1164;g3f699196abe_36_13470"/>
          <p:cNvSpPr txBox="1"/>
          <p:nvPr>
            <p:ph idx="5" type="subTitle"/>
          </p:nvPr>
        </p:nvSpPr>
        <p:spPr>
          <a:xfrm>
            <a:off x="3362500" y="1832876"/>
            <a:ext cx="690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1165" name="Google Shape;1165;g3f699196abe_36_1347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horizontal">
  <p:cSld name="CUSTOM_4_15">
    <p:spTree>
      <p:nvGrpSpPr>
        <p:cNvPr id="1166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7" name="Google Shape;1167;g3f699196abe_36_1348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8" name="Google Shape;1168;g3f699196abe_36_1348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9" name="Google Shape;1169;g3f699196abe_36_1348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0" name="Google Shape;1170;g3f699196abe_36_13481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71" name="Google Shape;1171;g3f699196abe_36_13481"/>
          <p:cNvSpPr txBox="1"/>
          <p:nvPr>
            <p:ph idx="2" type="subTitle"/>
          </p:nvPr>
        </p:nvSpPr>
        <p:spPr>
          <a:xfrm>
            <a:off x="2042425" y="2497493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72" name="Google Shape;1172;g3f699196abe_36_13481"/>
          <p:cNvSpPr txBox="1"/>
          <p:nvPr>
            <p:ph idx="3" type="subTitle"/>
          </p:nvPr>
        </p:nvSpPr>
        <p:spPr>
          <a:xfrm>
            <a:off x="2042425" y="2903475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173" name="Google Shape;1173;g3f699196abe_36_13481"/>
          <p:cNvSpPr txBox="1"/>
          <p:nvPr>
            <p:ph idx="4" type="subTitle"/>
          </p:nvPr>
        </p:nvSpPr>
        <p:spPr>
          <a:xfrm>
            <a:off x="1596475" y="4403575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74" name="Google Shape;1174;g3f699196abe_36_13481"/>
          <p:cNvSpPr txBox="1"/>
          <p:nvPr>
            <p:ph idx="5" type="subTitle"/>
          </p:nvPr>
        </p:nvSpPr>
        <p:spPr>
          <a:xfrm>
            <a:off x="3278975" y="3892511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75" name="Google Shape;1175;g3f699196abe_36_13481"/>
          <p:cNvSpPr txBox="1"/>
          <p:nvPr>
            <p:ph idx="6" type="subTitle"/>
          </p:nvPr>
        </p:nvSpPr>
        <p:spPr>
          <a:xfrm>
            <a:off x="1713425" y="4752722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76" name="Google Shape;1176;g3f699196abe_36_13481"/>
          <p:cNvSpPr txBox="1"/>
          <p:nvPr>
            <p:ph idx="7" type="subTitle"/>
          </p:nvPr>
        </p:nvSpPr>
        <p:spPr>
          <a:xfrm>
            <a:off x="1713425" y="5158703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177" name="Google Shape;1177;g3f699196abe_36_13481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78" name="Google Shape;1178;g3f699196abe_36_1348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79" name="Google Shape;1179;g3f699196abe_36_13481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80" name="Google Shape;1180;g3f699196abe_36_1348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66" y="61653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callouts">
  <p:cSld name="CUSTOM_4_13">
    <p:spTree>
      <p:nvGrpSpPr>
        <p:cNvPr id="118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g3f699196abe_36_13496"/>
          <p:cNvSpPr txBox="1"/>
          <p:nvPr>
            <p:ph idx="1" type="subTitle"/>
          </p:nvPr>
        </p:nvSpPr>
        <p:spPr>
          <a:xfrm>
            <a:off x="45555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83" name="Google Shape;1183;g3f699196abe_36_13496"/>
          <p:cNvSpPr txBox="1"/>
          <p:nvPr>
            <p:ph idx="2" type="subTitle"/>
          </p:nvPr>
        </p:nvSpPr>
        <p:spPr>
          <a:xfrm>
            <a:off x="7972925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1184" name="Google Shape;1184;g3f699196abe_36_1349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5" name="Google Shape;1185;g3f699196abe_36_1349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6" name="Google Shape;1186;g3f699196abe_36_1349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7" name="Google Shape;1187;g3f699196abe_36_1349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8" name="Google Shape;1188;g3f699196abe_36_13496"/>
          <p:cNvSpPr txBox="1"/>
          <p:nvPr>
            <p:ph idx="4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cxnSp>
        <p:nvCxnSpPr>
          <p:cNvPr id="1189" name="Google Shape;1189;g3f699196abe_36_13496"/>
          <p:cNvCxnSpPr/>
          <p:nvPr/>
        </p:nvCxnSpPr>
        <p:spPr>
          <a:xfrm>
            <a:off x="7885850" y="3677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190" name="Google Shape;1190;g3f699196abe_36_13496"/>
          <p:cNvSpPr txBox="1"/>
          <p:nvPr>
            <p:ph idx="5" type="subTitle"/>
          </p:nvPr>
        </p:nvSpPr>
        <p:spPr>
          <a:xfrm>
            <a:off x="4620750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91" name="Google Shape;1191;g3f699196abe_36_13496"/>
          <p:cNvSpPr txBox="1"/>
          <p:nvPr>
            <p:ph idx="6" type="subTitle"/>
          </p:nvPr>
        </p:nvSpPr>
        <p:spPr>
          <a:xfrm>
            <a:off x="4620750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192" name="Google Shape;1192;g3f699196abe_36_13496"/>
          <p:cNvSpPr txBox="1"/>
          <p:nvPr>
            <p:ph idx="7" type="subTitle"/>
          </p:nvPr>
        </p:nvSpPr>
        <p:spPr>
          <a:xfrm>
            <a:off x="8051175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93" name="Google Shape;1193;g3f699196abe_36_13496"/>
          <p:cNvSpPr txBox="1"/>
          <p:nvPr>
            <p:ph idx="8" type="subTitle"/>
          </p:nvPr>
        </p:nvSpPr>
        <p:spPr>
          <a:xfrm>
            <a:off x="8051175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194" name="Google Shape;1194;g3f699196abe_36_13496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95" name="Google Shape;1195;g3f699196abe_36_1349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96" name="Google Shape;1196;g3f699196abe_36_13496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97" name="Google Shape;1197;g3f699196abe_36_1349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pies">
  <p:cSld name="CUSTOM_4_12"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9" name="Google Shape;1199;g3f699196abe_36_135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0" name="Google Shape;1200;g3f699196abe_36_135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1" name="Google Shape;1201;g3f699196abe_36_135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02" name="Google Shape;1202;g3f699196abe_36_1351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203" name="Google Shape;1203;g3f699196abe_36_13513"/>
          <p:cNvCxnSpPr/>
          <p:nvPr/>
        </p:nvCxnSpPr>
        <p:spPr>
          <a:xfrm>
            <a:off x="7885850" y="4439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204" name="Google Shape;1204;g3f699196abe_36_13513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205" name="Google Shape;1205;g3f699196abe_36_13513"/>
          <p:cNvSpPr txBox="1"/>
          <p:nvPr>
            <p:ph idx="3" type="subTitle"/>
          </p:nvPr>
        </p:nvSpPr>
        <p:spPr>
          <a:xfrm>
            <a:off x="4620750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06" name="Google Shape;1206;g3f699196abe_36_13513"/>
          <p:cNvSpPr txBox="1"/>
          <p:nvPr>
            <p:ph idx="4" type="subTitle"/>
          </p:nvPr>
        </p:nvSpPr>
        <p:spPr>
          <a:xfrm>
            <a:off x="4620750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07" name="Google Shape;1207;g3f699196abe_36_13513"/>
          <p:cNvSpPr txBox="1"/>
          <p:nvPr>
            <p:ph idx="5" type="subTitle"/>
          </p:nvPr>
        </p:nvSpPr>
        <p:spPr>
          <a:xfrm>
            <a:off x="8051175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08" name="Google Shape;1208;g3f699196abe_36_13513"/>
          <p:cNvSpPr txBox="1"/>
          <p:nvPr>
            <p:ph idx="6" type="subTitle"/>
          </p:nvPr>
        </p:nvSpPr>
        <p:spPr>
          <a:xfrm>
            <a:off x="8051175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09" name="Google Shape;1209;g3f699196abe_36_13513"/>
          <p:cNvSpPr txBox="1"/>
          <p:nvPr>
            <p:ph idx="7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10" name="Google Shape;1210;g3f699196abe_36_1351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11" name="Google Shape;1211;g3f699196abe_36_13513"/>
          <p:cNvSpPr txBox="1"/>
          <p:nvPr>
            <p:ph idx="8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12" name="Google Shape;1212;g3f699196abe_36_135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large pie">
  <p:cSld name="CUSTOM_4_11">
    <p:spTree>
      <p:nvGrpSpPr>
        <p:cNvPr id="1213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14" name="Google Shape;1214;g3f699196abe_36_1352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5" name="Google Shape;1215;g3f699196abe_36_1352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16" name="Google Shape;1216;g3f699196abe_36_1352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7" name="Google Shape;1217;g3f699196abe_36_1352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18" name="Google Shape;1218;g3f699196abe_36_13528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219" name="Google Shape;1219;g3f699196abe_36_13528"/>
          <p:cNvSpPr txBox="1"/>
          <p:nvPr>
            <p:ph idx="3" type="subTitle"/>
          </p:nvPr>
        </p:nvSpPr>
        <p:spPr>
          <a:xfrm>
            <a:off x="9078238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20" name="Google Shape;1220;g3f699196abe_36_13528"/>
          <p:cNvSpPr txBox="1"/>
          <p:nvPr>
            <p:ph idx="4" type="subTitle"/>
          </p:nvPr>
        </p:nvSpPr>
        <p:spPr>
          <a:xfrm>
            <a:off x="10284513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21" name="Google Shape;1221;g3f699196abe_36_13528"/>
          <p:cNvSpPr txBox="1"/>
          <p:nvPr>
            <p:ph idx="5" type="subTitle"/>
          </p:nvPr>
        </p:nvSpPr>
        <p:spPr>
          <a:xfrm>
            <a:off x="9078238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22" name="Google Shape;1222;g3f699196abe_36_13528"/>
          <p:cNvSpPr txBox="1"/>
          <p:nvPr>
            <p:ph idx="6" type="subTitle"/>
          </p:nvPr>
        </p:nvSpPr>
        <p:spPr>
          <a:xfrm>
            <a:off x="10284513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23" name="Google Shape;1223;g3f699196abe_36_13528"/>
          <p:cNvSpPr txBox="1"/>
          <p:nvPr>
            <p:ph idx="7" type="subTitle"/>
          </p:nvPr>
        </p:nvSpPr>
        <p:spPr>
          <a:xfrm>
            <a:off x="9078238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24" name="Google Shape;1224;g3f699196abe_36_13528"/>
          <p:cNvSpPr txBox="1"/>
          <p:nvPr>
            <p:ph idx="8" type="subTitle"/>
          </p:nvPr>
        </p:nvSpPr>
        <p:spPr>
          <a:xfrm>
            <a:off x="10284513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25" name="Google Shape;1225;g3f699196abe_36_13528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26" name="Google Shape;1226;g3f699196abe_36_1352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27" name="Google Shape;1227;g3f699196abe_36_13528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28" name="Google Shape;1228;g3f699196abe_36_1352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266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percentage bars">
  <p:cSld name="CUSTOM_4_10">
    <p:spTree>
      <p:nvGrpSpPr>
        <p:cNvPr id="1229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0" name="Google Shape;1230;g3f699196abe_36_1354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31" name="Google Shape;1231;g3f699196abe_36_1354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32" name="Google Shape;1232;g3f699196abe_36_1354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33" name="Google Shape;1233;g3f699196abe_36_1354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34" name="Google Shape;1234;g3f699196abe_36_13544"/>
          <p:cNvSpPr txBox="1"/>
          <p:nvPr>
            <p:ph idx="2" type="subTitle"/>
          </p:nvPr>
        </p:nvSpPr>
        <p:spPr>
          <a:xfrm>
            <a:off x="8048050" y="28986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35" name="Google Shape;1235;g3f699196abe_36_13544"/>
          <p:cNvSpPr txBox="1"/>
          <p:nvPr>
            <p:ph idx="3" type="subTitle"/>
          </p:nvPr>
        </p:nvSpPr>
        <p:spPr>
          <a:xfrm>
            <a:off x="8048050" y="25406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6" name="Google Shape;1236;g3f699196abe_36_13544"/>
          <p:cNvSpPr txBox="1"/>
          <p:nvPr>
            <p:ph idx="4" type="subTitle"/>
          </p:nvPr>
        </p:nvSpPr>
        <p:spPr>
          <a:xfrm>
            <a:off x="8048050" y="46768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37" name="Google Shape;1237;g3f699196abe_36_13544"/>
          <p:cNvSpPr txBox="1"/>
          <p:nvPr>
            <p:ph idx="5" type="subTitle"/>
          </p:nvPr>
        </p:nvSpPr>
        <p:spPr>
          <a:xfrm>
            <a:off x="8048050" y="43188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8" name="Google Shape;1238;g3f699196abe_36_13544"/>
          <p:cNvSpPr/>
          <p:nvPr/>
        </p:nvSpPr>
        <p:spPr>
          <a:xfrm>
            <a:off x="8895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9" name="Google Shape;1239;g3f699196abe_36_13544"/>
          <p:cNvSpPr/>
          <p:nvPr/>
        </p:nvSpPr>
        <p:spPr>
          <a:xfrm>
            <a:off x="8895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0" name="Google Shape;1240;g3f699196abe_36_13544"/>
          <p:cNvSpPr/>
          <p:nvPr/>
        </p:nvSpPr>
        <p:spPr>
          <a:xfrm>
            <a:off x="8895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g3f699196abe_36_13544"/>
          <p:cNvSpPr/>
          <p:nvPr/>
        </p:nvSpPr>
        <p:spPr>
          <a:xfrm>
            <a:off x="8895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2" name="Google Shape;1242;g3f699196abe_36_13544"/>
          <p:cNvSpPr/>
          <p:nvPr/>
        </p:nvSpPr>
        <p:spPr>
          <a:xfrm>
            <a:off x="8895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3" name="Google Shape;1243;g3f699196abe_36_13544"/>
          <p:cNvSpPr/>
          <p:nvPr/>
        </p:nvSpPr>
        <p:spPr>
          <a:xfrm>
            <a:off x="8895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g3f699196abe_36_13544"/>
          <p:cNvSpPr/>
          <p:nvPr/>
        </p:nvSpPr>
        <p:spPr>
          <a:xfrm>
            <a:off x="8895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g3f699196abe_36_13544"/>
          <p:cNvSpPr/>
          <p:nvPr/>
        </p:nvSpPr>
        <p:spPr>
          <a:xfrm>
            <a:off x="8895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g3f699196abe_36_13544"/>
          <p:cNvSpPr/>
          <p:nvPr/>
        </p:nvSpPr>
        <p:spPr>
          <a:xfrm>
            <a:off x="8895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7" name="Google Shape;1247;g3f699196abe_36_13544"/>
          <p:cNvSpPr/>
          <p:nvPr/>
        </p:nvSpPr>
        <p:spPr>
          <a:xfrm>
            <a:off x="8895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8" name="Google Shape;1248;g3f699196abe_36_13544"/>
          <p:cNvSpPr/>
          <p:nvPr/>
        </p:nvSpPr>
        <p:spPr>
          <a:xfrm>
            <a:off x="15860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9" name="Google Shape;1249;g3f699196abe_36_13544"/>
          <p:cNvSpPr/>
          <p:nvPr/>
        </p:nvSpPr>
        <p:spPr>
          <a:xfrm>
            <a:off x="15860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g3f699196abe_36_13544"/>
          <p:cNvSpPr/>
          <p:nvPr/>
        </p:nvSpPr>
        <p:spPr>
          <a:xfrm>
            <a:off x="15860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1" name="Google Shape;1251;g3f699196abe_36_13544"/>
          <p:cNvSpPr/>
          <p:nvPr/>
        </p:nvSpPr>
        <p:spPr>
          <a:xfrm>
            <a:off x="15860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2" name="Google Shape;1252;g3f699196abe_36_13544"/>
          <p:cNvSpPr/>
          <p:nvPr/>
        </p:nvSpPr>
        <p:spPr>
          <a:xfrm>
            <a:off x="15860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3" name="Google Shape;1253;g3f699196abe_36_13544"/>
          <p:cNvSpPr/>
          <p:nvPr/>
        </p:nvSpPr>
        <p:spPr>
          <a:xfrm>
            <a:off x="15860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4" name="Google Shape;1254;g3f699196abe_36_13544"/>
          <p:cNvSpPr/>
          <p:nvPr/>
        </p:nvSpPr>
        <p:spPr>
          <a:xfrm>
            <a:off x="15860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5" name="Google Shape;1255;g3f699196abe_36_13544"/>
          <p:cNvSpPr/>
          <p:nvPr/>
        </p:nvSpPr>
        <p:spPr>
          <a:xfrm>
            <a:off x="15860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g3f699196abe_36_13544"/>
          <p:cNvSpPr/>
          <p:nvPr/>
        </p:nvSpPr>
        <p:spPr>
          <a:xfrm>
            <a:off x="15860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g3f699196abe_36_13544"/>
          <p:cNvSpPr/>
          <p:nvPr/>
        </p:nvSpPr>
        <p:spPr>
          <a:xfrm>
            <a:off x="15860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g3f699196abe_36_13544"/>
          <p:cNvSpPr/>
          <p:nvPr/>
        </p:nvSpPr>
        <p:spPr>
          <a:xfrm>
            <a:off x="22824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g3f699196abe_36_13544"/>
          <p:cNvSpPr/>
          <p:nvPr/>
        </p:nvSpPr>
        <p:spPr>
          <a:xfrm>
            <a:off x="22824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g3f699196abe_36_13544"/>
          <p:cNvSpPr/>
          <p:nvPr/>
        </p:nvSpPr>
        <p:spPr>
          <a:xfrm>
            <a:off x="22824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g3f699196abe_36_13544"/>
          <p:cNvSpPr/>
          <p:nvPr/>
        </p:nvSpPr>
        <p:spPr>
          <a:xfrm>
            <a:off x="22824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2" name="Google Shape;1262;g3f699196abe_36_13544"/>
          <p:cNvSpPr/>
          <p:nvPr/>
        </p:nvSpPr>
        <p:spPr>
          <a:xfrm>
            <a:off x="22824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3" name="Google Shape;1263;g3f699196abe_36_13544"/>
          <p:cNvSpPr/>
          <p:nvPr/>
        </p:nvSpPr>
        <p:spPr>
          <a:xfrm>
            <a:off x="22824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g3f699196abe_36_13544"/>
          <p:cNvSpPr/>
          <p:nvPr/>
        </p:nvSpPr>
        <p:spPr>
          <a:xfrm>
            <a:off x="22824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5" name="Google Shape;1265;g3f699196abe_36_13544"/>
          <p:cNvSpPr/>
          <p:nvPr/>
        </p:nvSpPr>
        <p:spPr>
          <a:xfrm>
            <a:off x="22824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g3f699196abe_36_13544"/>
          <p:cNvSpPr/>
          <p:nvPr/>
        </p:nvSpPr>
        <p:spPr>
          <a:xfrm>
            <a:off x="22824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g3f699196abe_36_13544"/>
          <p:cNvSpPr/>
          <p:nvPr/>
        </p:nvSpPr>
        <p:spPr>
          <a:xfrm>
            <a:off x="22824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8" name="Google Shape;1268;g3f699196abe_36_13544"/>
          <p:cNvSpPr/>
          <p:nvPr/>
        </p:nvSpPr>
        <p:spPr>
          <a:xfrm>
            <a:off x="29789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9" name="Google Shape;1269;g3f699196abe_36_13544"/>
          <p:cNvSpPr/>
          <p:nvPr/>
        </p:nvSpPr>
        <p:spPr>
          <a:xfrm>
            <a:off x="29789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0" name="Google Shape;1270;g3f699196abe_36_13544"/>
          <p:cNvSpPr/>
          <p:nvPr/>
        </p:nvSpPr>
        <p:spPr>
          <a:xfrm>
            <a:off x="29789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1" name="Google Shape;1271;g3f699196abe_36_13544"/>
          <p:cNvSpPr/>
          <p:nvPr/>
        </p:nvSpPr>
        <p:spPr>
          <a:xfrm>
            <a:off x="29789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2" name="Google Shape;1272;g3f699196abe_36_13544"/>
          <p:cNvSpPr/>
          <p:nvPr/>
        </p:nvSpPr>
        <p:spPr>
          <a:xfrm>
            <a:off x="29789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3" name="Google Shape;1273;g3f699196abe_36_13544"/>
          <p:cNvSpPr/>
          <p:nvPr/>
        </p:nvSpPr>
        <p:spPr>
          <a:xfrm>
            <a:off x="29789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4" name="Google Shape;1274;g3f699196abe_36_13544"/>
          <p:cNvSpPr/>
          <p:nvPr/>
        </p:nvSpPr>
        <p:spPr>
          <a:xfrm>
            <a:off x="29789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5" name="Google Shape;1275;g3f699196abe_36_13544"/>
          <p:cNvSpPr/>
          <p:nvPr/>
        </p:nvSpPr>
        <p:spPr>
          <a:xfrm>
            <a:off x="29789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6" name="Google Shape;1276;g3f699196abe_36_13544"/>
          <p:cNvSpPr/>
          <p:nvPr/>
        </p:nvSpPr>
        <p:spPr>
          <a:xfrm>
            <a:off x="29789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g3f699196abe_36_13544"/>
          <p:cNvSpPr/>
          <p:nvPr/>
        </p:nvSpPr>
        <p:spPr>
          <a:xfrm>
            <a:off x="29789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g3f699196abe_36_13544"/>
          <p:cNvSpPr/>
          <p:nvPr/>
        </p:nvSpPr>
        <p:spPr>
          <a:xfrm>
            <a:off x="36754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g3f699196abe_36_13544"/>
          <p:cNvSpPr/>
          <p:nvPr/>
        </p:nvSpPr>
        <p:spPr>
          <a:xfrm>
            <a:off x="36754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g3f699196abe_36_13544"/>
          <p:cNvSpPr/>
          <p:nvPr/>
        </p:nvSpPr>
        <p:spPr>
          <a:xfrm>
            <a:off x="36754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g3f699196abe_36_13544"/>
          <p:cNvSpPr/>
          <p:nvPr/>
        </p:nvSpPr>
        <p:spPr>
          <a:xfrm>
            <a:off x="36754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g3f699196abe_36_13544"/>
          <p:cNvSpPr/>
          <p:nvPr/>
        </p:nvSpPr>
        <p:spPr>
          <a:xfrm>
            <a:off x="36754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g3f699196abe_36_13544"/>
          <p:cNvSpPr/>
          <p:nvPr/>
        </p:nvSpPr>
        <p:spPr>
          <a:xfrm>
            <a:off x="36754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g3f699196abe_36_13544"/>
          <p:cNvSpPr/>
          <p:nvPr/>
        </p:nvSpPr>
        <p:spPr>
          <a:xfrm>
            <a:off x="36754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g3f699196abe_36_13544"/>
          <p:cNvSpPr/>
          <p:nvPr/>
        </p:nvSpPr>
        <p:spPr>
          <a:xfrm>
            <a:off x="36754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g3f699196abe_36_13544"/>
          <p:cNvSpPr/>
          <p:nvPr/>
        </p:nvSpPr>
        <p:spPr>
          <a:xfrm>
            <a:off x="36754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g3f699196abe_36_13544"/>
          <p:cNvSpPr/>
          <p:nvPr/>
        </p:nvSpPr>
        <p:spPr>
          <a:xfrm>
            <a:off x="36754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g3f699196abe_36_13544"/>
          <p:cNvSpPr/>
          <p:nvPr/>
        </p:nvSpPr>
        <p:spPr>
          <a:xfrm>
            <a:off x="43719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g3f699196abe_36_13544"/>
          <p:cNvSpPr/>
          <p:nvPr/>
        </p:nvSpPr>
        <p:spPr>
          <a:xfrm>
            <a:off x="43719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g3f699196abe_36_13544"/>
          <p:cNvSpPr/>
          <p:nvPr/>
        </p:nvSpPr>
        <p:spPr>
          <a:xfrm>
            <a:off x="43719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g3f699196abe_36_13544"/>
          <p:cNvSpPr/>
          <p:nvPr/>
        </p:nvSpPr>
        <p:spPr>
          <a:xfrm>
            <a:off x="43719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2" name="Google Shape;1292;g3f699196abe_36_13544"/>
          <p:cNvSpPr/>
          <p:nvPr/>
        </p:nvSpPr>
        <p:spPr>
          <a:xfrm>
            <a:off x="43719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g3f699196abe_36_13544"/>
          <p:cNvSpPr/>
          <p:nvPr/>
        </p:nvSpPr>
        <p:spPr>
          <a:xfrm>
            <a:off x="43719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4" name="Google Shape;1294;g3f699196abe_36_13544"/>
          <p:cNvSpPr/>
          <p:nvPr/>
        </p:nvSpPr>
        <p:spPr>
          <a:xfrm>
            <a:off x="43719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g3f699196abe_36_13544"/>
          <p:cNvSpPr/>
          <p:nvPr/>
        </p:nvSpPr>
        <p:spPr>
          <a:xfrm>
            <a:off x="43719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g3f699196abe_36_13544"/>
          <p:cNvSpPr/>
          <p:nvPr/>
        </p:nvSpPr>
        <p:spPr>
          <a:xfrm>
            <a:off x="43719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g3f699196abe_36_13544"/>
          <p:cNvSpPr/>
          <p:nvPr/>
        </p:nvSpPr>
        <p:spPr>
          <a:xfrm>
            <a:off x="43719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g3f699196abe_36_13544"/>
          <p:cNvSpPr/>
          <p:nvPr/>
        </p:nvSpPr>
        <p:spPr>
          <a:xfrm>
            <a:off x="50683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g3f699196abe_36_13544"/>
          <p:cNvSpPr/>
          <p:nvPr/>
        </p:nvSpPr>
        <p:spPr>
          <a:xfrm>
            <a:off x="50683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g3f699196abe_36_13544"/>
          <p:cNvSpPr/>
          <p:nvPr/>
        </p:nvSpPr>
        <p:spPr>
          <a:xfrm>
            <a:off x="50683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g3f699196abe_36_13544"/>
          <p:cNvSpPr/>
          <p:nvPr/>
        </p:nvSpPr>
        <p:spPr>
          <a:xfrm>
            <a:off x="50683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g3f699196abe_36_13544"/>
          <p:cNvSpPr/>
          <p:nvPr/>
        </p:nvSpPr>
        <p:spPr>
          <a:xfrm>
            <a:off x="50683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g3f699196abe_36_13544"/>
          <p:cNvSpPr/>
          <p:nvPr/>
        </p:nvSpPr>
        <p:spPr>
          <a:xfrm>
            <a:off x="50683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g3f699196abe_36_13544"/>
          <p:cNvSpPr/>
          <p:nvPr/>
        </p:nvSpPr>
        <p:spPr>
          <a:xfrm>
            <a:off x="50683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g3f699196abe_36_13544"/>
          <p:cNvSpPr/>
          <p:nvPr/>
        </p:nvSpPr>
        <p:spPr>
          <a:xfrm>
            <a:off x="50683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g3f699196abe_36_13544"/>
          <p:cNvSpPr/>
          <p:nvPr/>
        </p:nvSpPr>
        <p:spPr>
          <a:xfrm>
            <a:off x="50683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g3f699196abe_36_13544"/>
          <p:cNvSpPr/>
          <p:nvPr/>
        </p:nvSpPr>
        <p:spPr>
          <a:xfrm>
            <a:off x="50683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g3f699196abe_36_13544"/>
          <p:cNvSpPr/>
          <p:nvPr/>
        </p:nvSpPr>
        <p:spPr>
          <a:xfrm>
            <a:off x="57648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g3f699196abe_36_13544"/>
          <p:cNvSpPr/>
          <p:nvPr/>
        </p:nvSpPr>
        <p:spPr>
          <a:xfrm>
            <a:off x="57648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g3f699196abe_36_13544"/>
          <p:cNvSpPr/>
          <p:nvPr/>
        </p:nvSpPr>
        <p:spPr>
          <a:xfrm>
            <a:off x="57648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g3f699196abe_36_13544"/>
          <p:cNvSpPr/>
          <p:nvPr/>
        </p:nvSpPr>
        <p:spPr>
          <a:xfrm>
            <a:off x="57648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g3f699196abe_36_13544"/>
          <p:cNvSpPr/>
          <p:nvPr/>
        </p:nvSpPr>
        <p:spPr>
          <a:xfrm>
            <a:off x="57648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g3f699196abe_36_13544"/>
          <p:cNvSpPr/>
          <p:nvPr/>
        </p:nvSpPr>
        <p:spPr>
          <a:xfrm>
            <a:off x="57648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g3f699196abe_36_13544"/>
          <p:cNvSpPr/>
          <p:nvPr/>
        </p:nvSpPr>
        <p:spPr>
          <a:xfrm>
            <a:off x="57648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g3f699196abe_36_13544"/>
          <p:cNvSpPr/>
          <p:nvPr/>
        </p:nvSpPr>
        <p:spPr>
          <a:xfrm>
            <a:off x="57648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g3f699196abe_36_13544"/>
          <p:cNvSpPr/>
          <p:nvPr/>
        </p:nvSpPr>
        <p:spPr>
          <a:xfrm>
            <a:off x="57648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g3f699196abe_36_13544"/>
          <p:cNvSpPr/>
          <p:nvPr/>
        </p:nvSpPr>
        <p:spPr>
          <a:xfrm>
            <a:off x="57648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g3f699196abe_36_13544"/>
          <p:cNvSpPr/>
          <p:nvPr/>
        </p:nvSpPr>
        <p:spPr>
          <a:xfrm>
            <a:off x="64613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g3f699196abe_36_13544"/>
          <p:cNvSpPr/>
          <p:nvPr/>
        </p:nvSpPr>
        <p:spPr>
          <a:xfrm>
            <a:off x="64613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g3f699196abe_36_13544"/>
          <p:cNvSpPr/>
          <p:nvPr/>
        </p:nvSpPr>
        <p:spPr>
          <a:xfrm>
            <a:off x="64613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g3f699196abe_36_13544"/>
          <p:cNvSpPr/>
          <p:nvPr/>
        </p:nvSpPr>
        <p:spPr>
          <a:xfrm>
            <a:off x="64613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2" name="Google Shape;1322;g3f699196abe_36_13544"/>
          <p:cNvSpPr/>
          <p:nvPr/>
        </p:nvSpPr>
        <p:spPr>
          <a:xfrm>
            <a:off x="64613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g3f699196abe_36_13544"/>
          <p:cNvSpPr/>
          <p:nvPr/>
        </p:nvSpPr>
        <p:spPr>
          <a:xfrm>
            <a:off x="64613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g3f699196abe_36_13544"/>
          <p:cNvSpPr/>
          <p:nvPr/>
        </p:nvSpPr>
        <p:spPr>
          <a:xfrm>
            <a:off x="64613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g3f699196abe_36_13544"/>
          <p:cNvSpPr/>
          <p:nvPr/>
        </p:nvSpPr>
        <p:spPr>
          <a:xfrm>
            <a:off x="64613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g3f699196abe_36_13544"/>
          <p:cNvSpPr/>
          <p:nvPr/>
        </p:nvSpPr>
        <p:spPr>
          <a:xfrm>
            <a:off x="64613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g3f699196abe_36_13544"/>
          <p:cNvSpPr/>
          <p:nvPr/>
        </p:nvSpPr>
        <p:spPr>
          <a:xfrm>
            <a:off x="64613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g3f699196abe_36_13544"/>
          <p:cNvSpPr/>
          <p:nvPr/>
        </p:nvSpPr>
        <p:spPr>
          <a:xfrm>
            <a:off x="71578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g3f699196abe_36_13544"/>
          <p:cNvSpPr/>
          <p:nvPr/>
        </p:nvSpPr>
        <p:spPr>
          <a:xfrm>
            <a:off x="71578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0" name="Google Shape;1330;g3f699196abe_36_13544"/>
          <p:cNvSpPr/>
          <p:nvPr/>
        </p:nvSpPr>
        <p:spPr>
          <a:xfrm>
            <a:off x="71578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1" name="Google Shape;1331;g3f699196abe_36_13544"/>
          <p:cNvSpPr/>
          <p:nvPr/>
        </p:nvSpPr>
        <p:spPr>
          <a:xfrm>
            <a:off x="71578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g3f699196abe_36_13544"/>
          <p:cNvSpPr/>
          <p:nvPr/>
        </p:nvSpPr>
        <p:spPr>
          <a:xfrm>
            <a:off x="71578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3" name="Google Shape;1333;g3f699196abe_36_13544"/>
          <p:cNvSpPr/>
          <p:nvPr/>
        </p:nvSpPr>
        <p:spPr>
          <a:xfrm>
            <a:off x="71578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4" name="Google Shape;1334;g3f699196abe_36_13544"/>
          <p:cNvSpPr/>
          <p:nvPr/>
        </p:nvSpPr>
        <p:spPr>
          <a:xfrm>
            <a:off x="71578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g3f699196abe_36_13544"/>
          <p:cNvSpPr/>
          <p:nvPr/>
        </p:nvSpPr>
        <p:spPr>
          <a:xfrm>
            <a:off x="71578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g3f699196abe_36_13544"/>
          <p:cNvSpPr/>
          <p:nvPr/>
        </p:nvSpPr>
        <p:spPr>
          <a:xfrm>
            <a:off x="71578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7" name="Google Shape;1337;g3f699196abe_36_13544"/>
          <p:cNvSpPr/>
          <p:nvPr/>
        </p:nvSpPr>
        <p:spPr>
          <a:xfrm>
            <a:off x="71578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g3f699196abe_36_13544"/>
          <p:cNvSpPr/>
          <p:nvPr/>
        </p:nvSpPr>
        <p:spPr>
          <a:xfrm>
            <a:off x="8895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9" name="Google Shape;1339;g3f699196abe_36_13544"/>
          <p:cNvSpPr/>
          <p:nvPr/>
        </p:nvSpPr>
        <p:spPr>
          <a:xfrm>
            <a:off x="8895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0" name="Google Shape;1340;g3f699196abe_36_13544"/>
          <p:cNvSpPr/>
          <p:nvPr/>
        </p:nvSpPr>
        <p:spPr>
          <a:xfrm>
            <a:off x="8895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g3f699196abe_36_13544"/>
          <p:cNvSpPr/>
          <p:nvPr/>
        </p:nvSpPr>
        <p:spPr>
          <a:xfrm>
            <a:off x="8895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2" name="Google Shape;1342;g3f699196abe_36_13544"/>
          <p:cNvSpPr/>
          <p:nvPr/>
        </p:nvSpPr>
        <p:spPr>
          <a:xfrm>
            <a:off x="8895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3" name="Google Shape;1343;g3f699196abe_36_13544"/>
          <p:cNvSpPr/>
          <p:nvPr/>
        </p:nvSpPr>
        <p:spPr>
          <a:xfrm>
            <a:off x="8895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g3f699196abe_36_13544"/>
          <p:cNvSpPr/>
          <p:nvPr/>
        </p:nvSpPr>
        <p:spPr>
          <a:xfrm>
            <a:off x="8895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5" name="Google Shape;1345;g3f699196abe_36_13544"/>
          <p:cNvSpPr/>
          <p:nvPr/>
        </p:nvSpPr>
        <p:spPr>
          <a:xfrm>
            <a:off x="8895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6" name="Google Shape;1346;g3f699196abe_36_13544"/>
          <p:cNvSpPr/>
          <p:nvPr/>
        </p:nvSpPr>
        <p:spPr>
          <a:xfrm>
            <a:off x="8895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g3f699196abe_36_13544"/>
          <p:cNvSpPr/>
          <p:nvPr/>
        </p:nvSpPr>
        <p:spPr>
          <a:xfrm>
            <a:off x="8895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8" name="Google Shape;1348;g3f699196abe_36_13544"/>
          <p:cNvSpPr/>
          <p:nvPr/>
        </p:nvSpPr>
        <p:spPr>
          <a:xfrm>
            <a:off x="15860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g3f699196abe_36_13544"/>
          <p:cNvSpPr/>
          <p:nvPr/>
        </p:nvSpPr>
        <p:spPr>
          <a:xfrm>
            <a:off x="15860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0" name="Google Shape;1350;g3f699196abe_36_13544"/>
          <p:cNvSpPr/>
          <p:nvPr/>
        </p:nvSpPr>
        <p:spPr>
          <a:xfrm>
            <a:off x="15860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1" name="Google Shape;1351;g3f699196abe_36_13544"/>
          <p:cNvSpPr/>
          <p:nvPr/>
        </p:nvSpPr>
        <p:spPr>
          <a:xfrm>
            <a:off x="15860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2" name="Google Shape;1352;g3f699196abe_36_13544"/>
          <p:cNvSpPr/>
          <p:nvPr/>
        </p:nvSpPr>
        <p:spPr>
          <a:xfrm>
            <a:off x="15860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g3f699196abe_36_13544"/>
          <p:cNvSpPr/>
          <p:nvPr/>
        </p:nvSpPr>
        <p:spPr>
          <a:xfrm>
            <a:off x="15860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4" name="Google Shape;1354;g3f699196abe_36_13544"/>
          <p:cNvSpPr/>
          <p:nvPr/>
        </p:nvSpPr>
        <p:spPr>
          <a:xfrm>
            <a:off x="15860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5" name="Google Shape;1355;g3f699196abe_36_13544"/>
          <p:cNvSpPr/>
          <p:nvPr/>
        </p:nvSpPr>
        <p:spPr>
          <a:xfrm>
            <a:off x="15860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g3f699196abe_36_13544"/>
          <p:cNvSpPr/>
          <p:nvPr/>
        </p:nvSpPr>
        <p:spPr>
          <a:xfrm>
            <a:off x="15860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g3f699196abe_36_13544"/>
          <p:cNvSpPr/>
          <p:nvPr/>
        </p:nvSpPr>
        <p:spPr>
          <a:xfrm>
            <a:off x="15860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8" name="Google Shape;1358;g3f699196abe_36_13544"/>
          <p:cNvSpPr/>
          <p:nvPr/>
        </p:nvSpPr>
        <p:spPr>
          <a:xfrm>
            <a:off x="22824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g3f699196abe_36_13544"/>
          <p:cNvSpPr/>
          <p:nvPr/>
        </p:nvSpPr>
        <p:spPr>
          <a:xfrm>
            <a:off x="22824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g3f699196abe_36_13544"/>
          <p:cNvSpPr/>
          <p:nvPr/>
        </p:nvSpPr>
        <p:spPr>
          <a:xfrm>
            <a:off x="22824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g3f699196abe_36_13544"/>
          <p:cNvSpPr/>
          <p:nvPr/>
        </p:nvSpPr>
        <p:spPr>
          <a:xfrm>
            <a:off x="22824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2" name="Google Shape;1362;g3f699196abe_36_13544"/>
          <p:cNvSpPr/>
          <p:nvPr/>
        </p:nvSpPr>
        <p:spPr>
          <a:xfrm>
            <a:off x="22824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g3f699196abe_36_13544"/>
          <p:cNvSpPr/>
          <p:nvPr/>
        </p:nvSpPr>
        <p:spPr>
          <a:xfrm>
            <a:off x="22824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g3f699196abe_36_13544"/>
          <p:cNvSpPr/>
          <p:nvPr/>
        </p:nvSpPr>
        <p:spPr>
          <a:xfrm>
            <a:off x="22824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g3f699196abe_36_13544"/>
          <p:cNvSpPr/>
          <p:nvPr/>
        </p:nvSpPr>
        <p:spPr>
          <a:xfrm>
            <a:off x="22824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6" name="Google Shape;1366;g3f699196abe_36_13544"/>
          <p:cNvSpPr/>
          <p:nvPr/>
        </p:nvSpPr>
        <p:spPr>
          <a:xfrm>
            <a:off x="22824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7" name="Google Shape;1367;g3f699196abe_36_13544"/>
          <p:cNvSpPr/>
          <p:nvPr/>
        </p:nvSpPr>
        <p:spPr>
          <a:xfrm>
            <a:off x="22824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g3f699196abe_36_13544"/>
          <p:cNvSpPr/>
          <p:nvPr/>
        </p:nvSpPr>
        <p:spPr>
          <a:xfrm>
            <a:off x="29789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9" name="Google Shape;1369;g3f699196abe_36_13544"/>
          <p:cNvSpPr/>
          <p:nvPr/>
        </p:nvSpPr>
        <p:spPr>
          <a:xfrm>
            <a:off x="29789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0" name="Google Shape;1370;g3f699196abe_36_13544"/>
          <p:cNvSpPr/>
          <p:nvPr/>
        </p:nvSpPr>
        <p:spPr>
          <a:xfrm>
            <a:off x="29789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1" name="Google Shape;1371;g3f699196abe_36_13544"/>
          <p:cNvSpPr/>
          <p:nvPr/>
        </p:nvSpPr>
        <p:spPr>
          <a:xfrm>
            <a:off x="29789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2" name="Google Shape;1372;g3f699196abe_36_13544"/>
          <p:cNvSpPr/>
          <p:nvPr/>
        </p:nvSpPr>
        <p:spPr>
          <a:xfrm>
            <a:off x="29789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3" name="Google Shape;1373;g3f699196abe_36_13544"/>
          <p:cNvSpPr/>
          <p:nvPr/>
        </p:nvSpPr>
        <p:spPr>
          <a:xfrm>
            <a:off x="29789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4" name="Google Shape;1374;g3f699196abe_36_13544"/>
          <p:cNvSpPr/>
          <p:nvPr/>
        </p:nvSpPr>
        <p:spPr>
          <a:xfrm>
            <a:off x="29789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" name="Google Shape;1375;g3f699196abe_36_13544"/>
          <p:cNvSpPr/>
          <p:nvPr/>
        </p:nvSpPr>
        <p:spPr>
          <a:xfrm>
            <a:off x="29789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g3f699196abe_36_13544"/>
          <p:cNvSpPr/>
          <p:nvPr/>
        </p:nvSpPr>
        <p:spPr>
          <a:xfrm>
            <a:off x="29789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g3f699196abe_36_13544"/>
          <p:cNvSpPr/>
          <p:nvPr/>
        </p:nvSpPr>
        <p:spPr>
          <a:xfrm>
            <a:off x="29789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8" name="Google Shape;1378;g3f699196abe_36_13544"/>
          <p:cNvSpPr/>
          <p:nvPr/>
        </p:nvSpPr>
        <p:spPr>
          <a:xfrm>
            <a:off x="36754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9" name="Google Shape;1379;g3f699196abe_36_13544"/>
          <p:cNvSpPr/>
          <p:nvPr/>
        </p:nvSpPr>
        <p:spPr>
          <a:xfrm>
            <a:off x="36754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0" name="Google Shape;1380;g3f699196abe_36_13544"/>
          <p:cNvSpPr/>
          <p:nvPr/>
        </p:nvSpPr>
        <p:spPr>
          <a:xfrm>
            <a:off x="36754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1" name="Google Shape;1381;g3f699196abe_36_13544"/>
          <p:cNvSpPr/>
          <p:nvPr/>
        </p:nvSpPr>
        <p:spPr>
          <a:xfrm>
            <a:off x="36754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g3f699196abe_36_13544"/>
          <p:cNvSpPr/>
          <p:nvPr/>
        </p:nvSpPr>
        <p:spPr>
          <a:xfrm>
            <a:off x="36754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g3f699196abe_36_13544"/>
          <p:cNvSpPr/>
          <p:nvPr/>
        </p:nvSpPr>
        <p:spPr>
          <a:xfrm>
            <a:off x="36754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4" name="Google Shape;1384;g3f699196abe_36_13544"/>
          <p:cNvSpPr/>
          <p:nvPr/>
        </p:nvSpPr>
        <p:spPr>
          <a:xfrm>
            <a:off x="36754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g3f699196abe_36_13544"/>
          <p:cNvSpPr/>
          <p:nvPr/>
        </p:nvSpPr>
        <p:spPr>
          <a:xfrm>
            <a:off x="36754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6" name="Google Shape;1386;g3f699196abe_36_13544"/>
          <p:cNvSpPr/>
          <p:nvPr/>
        </p:nvSpPr>
        <p:spPr>
          <a:xfrm>
            <a:off x="36754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7" name="Google Shape;1387;g3f699196abe_36_13544"/>
          <p:cNvSpPr/>
          <p:nvPr/>
        </p:nvSpPr>
        <p:spPr>
          <a:xfrm>
            <a:off x="36754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8" name="Google Shape;1388;g3f699196abe_36_13544"/>
          <p:cNvSpPr/>
          <p:nvPr/>
        </p:nvSpPr>
        <p:spPr>
          <a:xfrm>
            <a:off x="43719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9" name="Google Shape;1389;g3f699196abe_36_13544"/>
          <p:cNvSpPr/>
          <p:nvPr/>
        </p:nvSpPr>
        <p:spPr>
          <a:xfrm>
            <a:off x="43719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g3f699196abe_36_13544"/>
          <p:cNvSpPr/>
          <p:nvPr/>
        </p:nvSpPr>
        <p:spPr>
          <a:xfrm>
            <a:off x="43719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g3f699196abe_36_13544"/>
          <p:cNvSpPr/>
          <p:nvPr/>
        </p:nvSpPr>
        <p:spPr>
          <a:xfrm>
            <a:off x="43719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2" name="Google Shape;1392;g3f699196abe_36_13544"/>
          <p:cNvSpPr/>
          <p:nvPr/>
        </p:nvSpPr>
        <p:spPr>
          <a:xfrm>
            <a:off x="43719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g3f699196abe_36_13544"/>
          <p:cNvSpPr/>
          <p:nvPr/>
        </p:nvSpPr>
        <p:spPr>
          <a:xfrm>
            <a:off x="43719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g3f699196abe_36_13544"/>
          <p:cNvSpPr/>
          <p:nvPr/>
        </p:nvSpPr>
        <p:spPr>
          <a:xfrm>
            <a:off x="43719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5" name="Google Shape;1395;g3f699196abe_36_13544"/>
          <p:cNvSpPr/>
          <p:nvPr/>
        </p:nvSpPr>
        <p:spPr>
          <a:xfrm>
            <a:off x="43719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g3f699196abe_36_13544"/>
          <p:cNvSpPr/>
          <p:nvPr/>
        </p:nvSpPr>
        <p:spPr>
          <a:xfrm>
            <a:off x="43719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g3f699196abe_36_13544"/>
          <p:cNvSpPr/>
          <p:nvPr/>
        </p:nvSpPr>
        <p:spPr>
          <a:xfrm>
            <a:off x="43719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g3f699196abe_36_13544"/>
          <p:cNvSpPr/>
          <p:nvPr/>
        </p:nvSpPr>
        <p:spPr>
          <a:xfrm>
            <a:off x="50683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g3f699196abe_36_13544"/>
          <p:cNvSpPr/>
          <p:nvPr/>
        </p:nvSpPr>
        <p:spPr>
          <a:xfrm>
            <a:off x="50683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0" name="Google Shape;1400;g3f699196abe_36_13544"/>
          <p:cNvSpPr/>
          <p:nvPr/>
        </p:nvSpPr>
        <p:spPr>
          <a:xfrm>
            <a:off x="50683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1" name="Google Shape;1401;g3f699196abe_36_13544"/>
          <p:cNvSpPr/>
          <p:nvPr/>
        </p:nvSpPr>
        <p:spPr>
          <a:xfrm>
            <a:off x="50683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2" name="Google Shape;1402;g3f699196abe_36_13544"/>
          <p:cNvSpPr/>
          <p:nvPr/>
        </p:nvSpPr>
        <p:spPr>
          <a:xfrm>
            <a:off x="50683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3" name="Google Shape;1403;g3f699196abe_36_13544"/>
          <p:cNvSpPr/>
          <p:nvPr/>
        </p:nvSpPr>
        <p:spPr>
          <a:xfrm>
            <a:off x="50683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g3f699196abe_36_13544"/>
          <p:cNvSpPr/>
          <p:nvPr/>
        </p:nvSpPr>
        <p:spPr>
          <a:xfrm>
            <a:off x="50683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g3f699196abe_36_13544"/>
          <p:cNvSpPr/>
          <p:nvPr/>
        </p:nvSpPr>
        <p:spPr>
          <a:xfrm>
            <a:off x="50683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6" name="Google Shape;1406;g3f699196abe_36_13544"/>
          <p:cNvSpPr/>
          <p:nvPr/>
        </p:nvSpPr>
        <p:spPr>
          <a:xfrm>
            <a:off x="50683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g3f699196abe_36_13544"/>
          <p:cNvSpPr/>
          <p:nvPr/>
        </p:nvSpPr>
        <p:spPr>
          <a:xfrm>
            <a:off x="50683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8" name="Google Shape;1408;g3f699196abe_36_13544"/>
          <p:cNvSpPr/>
          <p:nvPr/>
        </p:nvSpPr>
        <p:spPr>
          <a:xfrm>
            <a:off x="57648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9" name="Google Shape;1409;g3f699196abe_36_13544"/>
          <p:cNvSpPr/>
          <p:nvPr/>
        </p:nvSpPr>
        <p:spPr>
          <a:xfrm>
            <a:off x="57648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g3f699196abe_36_13544"/>
          <p:cNvSpPr/>
          <p:nvPr/>
        </p:nvSpPr>
        <p:spPr>
          <a:xfrm>
            <a:off x="57648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g3f699196abe_36_13544"/>
          <p:cNvSpPr/>
          <p:nvPr/>
        </p:nvSpPr>
        <p:spPr>
          <a:xfrm>
            <a:off x="57648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2" name="Google Shape;1412;g3f699196abe_36_13544"/>
          <p:cNvSpPr/>
          <p:nvPr/>
        </p:nvSpPr>
        <p:spPr>
          <a:xfrm>
            <a:off x="57648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g3f699196abe_36_13544"/>
          <p:cNvSpPr/>
          <p:nvPr/>
        </p:nvSpPr>
        <p:spPr>
          <a:xfrm>
            <a:off x="57648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g3f699196abe_36_13544"/>
          <p:cNvSpPr/>
          <p:nvPr/>
        </p:nvSpPr>
        <p:spPr>
          <a:xfrm>
            <a:off x="57648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g3f699196abe_36_13544"/>
          <p:cNvSpPr/>
          <p:nvPr/>
        </p:nvSpPr>
        <p:spPr>
          <a:xfrm>
            <a:off x="57648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g3f699196abe_36_13544"/>
          <p:cNvSpPr/>
          <p:nvPr/>
        </p:nvSpPr>
        <p:spPr>
          <a:xfrm>
            <a:off x="57648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g3f699196abe_36_13544"/>
          <p:cNvSpPr/>
          <p:nvPr/>
        </p:nvSpPr>
        <p:spPr>
          <a:xfrm>
            <a:off x="57648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g3f699196abe_36_13544"/>
          <p:cNvSpPr/>
          <p:nvPr/>
        </p:nvSpPr>
        <p:spPr>
          <a:xfrm>
            <a:off x="64613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g3f699196abe_36_13544"/>
          <p:cNvSpPr/>
          <p:nvPr/>
        </p:nvSpPr>
        <p:spPr>
          <a:xfrm>
            <a:off x="64613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0" name="Google Shape;1420;g3f699196abe_36_13544"/>
          <p:cNvSpPr/>
          <p:nvPr/>
        </p:nvSpPr>
        <p:spPr>
          <a:xfrm>
            <a:off x="64613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g3f699196abe_36_13544"/>
          <p:cNvSpPr/>
          <p:nvPr/>
        </p:nvSpPr>
        <p:spPr>
          <a:xfrm>
            <a:off x="64613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2" name="Google Shape;1422;g3f699196abe_36_13544"/>
          <p:cNvSpPr/>
          <p:nvPr/>
        </p:nvSpPr>
        <p:spPr>
          <a:xfrm>
            <a:off x="64613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g3f699196abe_36_13544"/>
          <p:cNvSpPr/>
          <p:nvPr/>
        </p:nvSpPr>
        <p:spPr>
          <a:xfrm>
            <a:off x="64613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g3f699196abe_36_13544"/>
          <p:cNvSpPr/>
          <p:nvPr/>
        </p:nvSpPr>
        <p:spPr>
          <a:xfrm>
            <a:off x="64613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g3f699196abe_36_13544"/>
          <p:cNvSpPr/>
          <p:nvPr/>
        </p:nvSpPr>
        <p:spPr>
          <a:xfrm>
            <a:off x="64613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g3f699196abe_36_13544"/>
          <p:cNvSpPr/>
          <p:nvPr/>
        </p:nvSpPr>
        <p:spPr>
          <a:xfrm>
            <a:off x="64613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g3f699196abe_36_13544"/>
          <p:cNvSpPr/>
          <p:nvPr/>
        </p:nvSpPr>
        <p:spPr>
          <a:xfrm>
            <a:off x="64613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g3f699196abe_36_13544"/>
          <p:cNvSpPr/>
          <p:nvPr/>
        </p:nvSpPr>
        <p:spPr>
          <a:xfrm>
            <a:off x="71578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9" name="Google Shape;1429;g3f699196abe_36_13544"/>
          <p:cNvSpPr/>
          <p:nvPr/>
        </p:nvSpPr>
        <p:spPr>
          <a:xfrm>
            <a:off x="71578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g3f699196abe_36_13544"/>
          <p:cNvSpPr/>
          <p:nvPr/>
        </p:nvSpPr>
        <p:spPr>
          <a:xfrm>
            <a:off x="71578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g3f699196abe_36_13544"/>
          <p:cNvSpPr/>
          <p:nvPr/>
        </p:nvSpPr>
        <p:spPr>
          <a:xfrm>
            <a:off x="71578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g3f699196abe_36_13544"/>
          <p:cNvSpPr/>
          <p:nvPr/>
        </p:nvSpPr>
        <p:spPr>
          <a:xfrm>
            <a:off x="71578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g3f699196abe_36_13544"/>
          <p:cNvSpPr/>
          <p:nvPr/>
        </p:nvSpPr>
        <p:spPr>
          <a:xfrm>
            <a:off x="71578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g3f699196abe_36_13544"/>
          <p:cNvSpPr/>
          <p:nvPr/>
        </p:nvSpPr>
        <p:spPr>
          <a:xfrm>
            <a:off x="71578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g3f699196abe_36_13544"/>
          <p:cNvSpPr/>
          <p:nvPr/>
        </p:nvSpPr>
        <p:spPr>
          <a:xfrm>
            <a:off x="71578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g3f699196abe_36_13544"/>
          <p:cNvSpPr/>
          <p:nvPr/>
        </p:nvSpPr>
        <p:spPr>
          <a:xfrm>
            <a:off x="71578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7" name="Google Shape;1437;g3f699196abe_36_13544"/>
          <p:cNvSpPr/>
          <p:nvPr/>
        </p:nvSpPr>
        <p:spPr>
          <a:xfrm>
            <a:off x="71578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8" name="Google Shape;1438;g3f699196abe_36_13544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39" name="Google Shape;1439;g3f699196abe_36_1354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440" name="Google Shape;1440;g3f699196abe_36_13544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441" name="Google Shape;1441;g3f699196abe_36_1354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8566" y="61645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hree column">
  <p:cSld name="CUSTOM_4_9">
    <p:spTree>
      <p:nvGrpSpPr>
        <p:cNvPr id="1442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3" name="Google Shape;1443;g3f699196abe_36_1375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44" name="Google Shape;1444;g3f699196abe_36_137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45" name="Google Shape;1445;g3f699196abe_36_137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46" name="Google Shape;1446;g3f699196abe_36_1375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447" name="Google Shape;1447;g3f699196abe_36_13757"/>
          <p:cNvCxnSpPr/>
          <p:nvPr/>
        </p:nvCxnSpPr>
        <p:spPr>
          <a:xfrm>
            <a:off x="430760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448" name="Google Shape;1448;g3f699196abe_36_13757"/>
          <p:cNvCxnSpPr/>
          <p:nvPr/>
        </p:nvCxnSpPr>
        <p:spPr>
          <a:xfrm>
            <a:off x="789055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449" name="Google Shape;1449;g3f699196abe_36_13757"/>
          <p:cNvSpPr txBox="1"/>
          <p:nvPr>
            <p:ph idx="2" type="subTitle"/>
          </p:nvPr>
        </p:nvSpPr>
        <p:spPr>
          <a:xfrm>
            <a:off x="11409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50" name="Google Shape;1450;g3f699196abe_36_13757"/>
          <p:cNvSpPr txBox="1"/>
          <p:nvPr>
            <p:ph idx="3" type="subTitle"/>
          </p:nvPr>
        </p:nvSpPr>
        <p:spPr>
          <a:xfrm>
            <a:off x="11409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51" name="Google Shape;1451;g3f699196abe_36_13757"/>
          <p:cNvSpPr txBox="1"/>
          <p:nvPr>
            <p:ph idx="4" type="subTitle"/>
          </p:nvPr>
        </p:nvSpPr>
        <p:spPr>
          <a:xfrm>
            <a:off x="472387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52" name="Google Shape;1452;g3f699196abe_36_13757"/>
          <p:cNvSpPr txBox="1"/>
          <p:nvPr>
            <p:ph idx="5" type="subTitle"/>
          </p:nvPr>
        </p:nvSpPr>
        <p:spPr>
          <a:xfrm>
            <a:off x="83068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53" name="Google Shape;1453;g3f699196abe_36_13757"/>
          <p:cNvSpPr txBox="1"/>
          <p:nvPr>
            <p:ph idx="6" type="subTitle"/>
          </p:nvPr>
        </p:nvSpPr>
        <p:spPr>
          <a:xfrm>
            <a:off x="4720800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54" name="Google Shape;1454;g3f699196abe_36_13757"/>
          <p:cNvSpPr txBox="1"/>
          <p:nvPr>
            <p:ph idx="7" type="subTitle"/>
          </p:nvPr>
        </p:nvSpPr>
        <p:spPr>
          <a:xfrm>
            <a:off x="83068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pic>
        <p:nvPicPr>
          <p:cNvPr id="1455" name="Google Shape;1455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4805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6" name="Google Shape;1456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27759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7" name="Google Shape;1457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10712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8" name="Google Shape;1458;g3f699196abe_36_13757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59" name="Google Shape;1459;g3f699196abe_36_1375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460" name="Google Shape;1460;g3f699196abe_36_13757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461" name="Google Shape;1461;g3f699196abe_36_1375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1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wo column">
  <p:cSld name="CUSTOM_4_8">
    <p:spTree>
      <p:nvGrpSpPr>
        <p:cNvPr id="1462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3" name="Google Shape;1463;g3f699196abe_36_1377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4" name="Google Shape;1464;g3f699196abe_36_1377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5" name="Google Shape;1465;g3f699196abe_36_1377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66" name="Google Shape;1466;g3f699196abe_36_1377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467" name="Google Shape;1467;g3f699196abe_36_13777"/>
          <p:cNvCxnSpPr/>
          <p:nvPr/>
        </p:nvCxnSpPr>
        <p:spPr>
          <a:xfrm>
            <a:off x="6098909" y="2796200"/>
            <a:ext cx="0" cy="292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468" name="Google Shape;1468;g3f699196abe_36_13777"/>
          <p:cNvSpPr txBox="1"/>
          <p:nvPr>
            <p:ph idx="2" type="subTitle"/>
          </p:nvPr>
        </p:nvSpPr>
        <p:spPr>
          <a:xfrm>
            <a:off x="13431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69" name="Google Shape;1469;g3f699196abe_36_13777"/>
          <p:cNvSpPr txBox="1"/>
          <p:nvPr>
            <p:ph idx="3" type="subTitle"/>
          </p:nvPr>
        </p:nvSpPr>
        <p:spPr>
          <a:xfrm>
            <a:off x="13431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470" name="Google Shape;1470;g3f699196abe_36_13777"/>
          <p:cNvSpPr txBox="1"/>
          <p:nvPr>
            <p:ph idx="4" type="subTitle"/>
          </p:nvPr>
        </p:nvSpPr>
        <p:spPr>
          <a:xfrm>
            <a:off x="65293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71" name="Google Shape;1471;g3f699196abe_36_13777"/>
          <p:cNvSpPr txBox="1"/>
          <p:nvPr>
            <p:ph idx="5" type="subTitle"/>
          </p:nvPr>
        </p:nvSpPr>
        <p:spPr>
          <a:xfrm>
            <a:off x="65293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72" name="Google Shape;1472;g3f699196abe_36_137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0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3" name="Google Shape;1473;g3f699196abe_36_137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132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sp>
        <p:nvSpPr>
          <p:cNvPr id="1474" name="Google Shape;1474;g3f699196abe_36_13777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75" name="Google Shape;1475;g3f699196abe_36_1377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476" name="Google Shape;1476;g3f699196abe_36_13777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477" name="Google Shape;1477;g3f699196abe_36_1377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large">
  <p:cSld name="CUSTOM_4_7">
    <p:spTree>
      <p:nvGrpSpPr>
        <p:cNvPr id="1478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Google Shape;1479;g3f699196abe_36_1379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480" name="Google Shape;1480;g3f699196abe_36_1379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81" name="Google Shape;1481;g3f699196abe_36_1379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f699196abe_36_1379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83" name="Google Shape;1483;g3f699196abe_36_1379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84" name="Google Shape;1484;g3f699196abe_36_13793"/>
          <p:cNvSpPr txBox="1"/>
          <p:nvPr>
            <p:ph type="title"/>
          </p:nvPr>
        </p:nvSpPr>
        <p:spPr>
          <a:xfrm>
            <a:off x="4465550" y="1455375"/>
            <a:ext cx="672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485" name="Google Shape;1485;g3f699196abe_36_13793"/>
          <p:cNvSpPr txBox="1"/>
          <p:nvPr>
            <p:ph idx="3" type="subTitle"/>
          </p:nvPr>
        </p:nvSpPr>
        <p:spPr>
          <a:xfrm>
            <a:off x="4465600" y="5036725"/>
            <a:ext cx="40977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1486" name="Google Shape;1486;g3f699196abe_36_1379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19450" y="1298452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7" name="Google Shape;1487;g3f699196abe_36_1379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7773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by two">
  <p:cSld name="CUSTOM_4_6">
    <p:spTree>
      <p:nvGrpSpPr>
        <p:cNvPr id="1488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9" name="Google Shape;1489;g3f699196abe_36_1380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0" name="Google Shape;1490;g3f699196abe_36_138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1" name="Google Shape;1491;g3f699196abe_36_138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92" name="Google Shape;1492;g3f699196abe_36_1380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93" name="Google Shape;1493;g3f699196abe_36_13803"/>
          <p:cNvSpPr txBox="1"/>
          <p:nvPr>
            <p:ph idx="2" type="subTitle"/>
          </p:nvPr>
        </p:nvSpPr>
        <p:spPr>
          <a:xfrm>
            <a:off x="6855088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4" name="Google Shape;1494;g3f699196abe_36_13803"/>
          <p:cNvSpPr txBox="1"/>
          <p:nvPr>
            <p:ph idx="3" type="subTitle"/>
          </p:nvPr>
        </p:nvSpPr>
        <p:spPr>
          <a:xfrm>
            <a:off x="6855081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95" name="Google Shape;1495;g3f699196abe_36_13803"/>
          <p:cNvSpPr txBox="1"/>
          <p:nvPr>
            <p:ph idx="4" type="subTitle"/>
          </p:nvPr>
        </p:nvSpPr>
        <p:spPr>
          <a:xfrm>
            <a:off x="6855088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6" name="Google Shape;1496;g3f699196abe_36_13803"/>
          <p:cNvSpPr txBox="1"/>
          <p:nvPr>
            <p:ph idx="5" type="subTitle"/>
          </p:nvPr>
        </p:nvSpPr>
        <p:spPr>
          <a:xfrm>
            <a:off x="6855081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97" name="Google Shape;1497;g3f699196abe_36_13803"/>
          <p:cNvSpPr txBox="1"/>
          <p:nvPr>
            <p:ph idx="6" type="subTitle"/>
          </p:nvPr>
        </p:nvSpPr>
        <p:spPr>
          <a:xfrm>
            <a:off x="2084625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8" name="Google Shape;1498;g3f699196abe_36_13803"/>
          <p:cNvSpPr txBox="1"/>
          <p:nvPr>
            <p:ph idx="7" type="subTitle"/>
          </p:nvPr>
        </p:nvSpPr>
        <p:spPr>
          <a:xfrm>
            <a:off x="2084600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99" name="Google Shape;1499;g3f699196abe_36_13803"/>
          <p:cNvSpPr txBox="1"/>
          <p:nvPr>
            <p:ph idx="8" type="subTitle"/>
          </p:nvPr>
        </p:nvSpPr>
        <p:spPr>
          <a:xfrm>
            <a:off x="2084625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00" name="Google Shape;1500;g3f699196abe_36_13803"/>
          <p:cNvSpPr txBox="1"/>
          <p:nvPr>
            <p:ph idx="9" type="subTitle"/>
          </p:nvPr>
        </p:nvSpPr>
        <p:spPr>
          <a:xfrm>
            <a:off x="2084600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01" name="Google Shape;1501;g3f699196abe_36_13803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02" name="Google Shape;1502;g3f699196abe_36_1380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03" name="Google Shape;1503;g3f699196abe_36_13803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04" name="Google Shape;1504;g3f699196abe_36_138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four column">
  <p:cSld name="CUSTOM_4_5">
    <p:spTree>
      <p:nvGrpSpPr>
        <p:cNvPr id="1505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6" name="Google Shape;1506;g3f699196abe_36_1382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7" name="Google Shape;1507;g3f699196abe_36_1382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8" name="Google Shape;1508;g3f699196abe_36_1382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09" name="Google Shape;1509;g3f699196abe_36_1382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510" name="Google Shape;1510;g3f699196abe_36_13820"/>
          <p:cNvCxnSpPr/>
          <p:nvPr/>
        </p:nvCxnSpPr>
        <p:spPr>
          <a:xfrm>
            <a:off x="3416583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511" name="Google Shape;1511;g3f699196abe_36_13820"/>
          <p:cNvCxnSpPr/>
          <p:nvPr/>
        </p:nvCxnSpPr>
        <p:spPr>
          <a:xfrm>
            <a:off x="6096100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512" name="Google Shape;1512;g3f699196abe_36_13820"/>
          <p:cNvCxnSpPr/>
          <p:nvPr/>
        </p:nvCxnSpPr>
        <p:spPr>
          <a:xfrm>
            <a:off x="8775617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513" name="Google Shape;1513;g3f699196abe_36_13820"/>
          <p:cNvSpPr txBox="1"/>
          <p:nvPr>
            <p:ph idx="2" type="subTitle"/>
          </p:nvPr>
        </p:nvSpPr>
        <p:spPr>
          <a:xfrm>
            <a:off x="88507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14" name="Google Shape;1514;g3f699196abe_36_13820"/>
          <p:cNvSpPr txBox="1"/>
          <p:nvPr>
            <p:ph idx="3" type="subTitle"/>
          </p:nvPr>
        </p:nvSpPr>
        <p:spPr>
          <a:xfrm>
            <a:off x="88505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15" name="Google Shape;1515;g3f699196abe_36_13820"/>
          <p:cNvSpPr txBox="1"/>
          <p:nvPr>
            <p:ph idx="4" type="subTitle"/>
          </p:nvPr>
        </p:nvSpPr>
        <p:spPr>
          <a:xfrm>
            <a:off x="892362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16" name="Google Shape;1516;g3f699196abe_36_13820"/>
          <p:cNvSpPr txBox="1"/>
          <p:nvPr>
            <p:ph idx="5" type="subTitle"/>
          </p:nvPr>
        </p:nvSpPr>
        <p:spPr>
          <a:xfrm>
            <a:off x="892360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17" name="Google Shape;1517;g3f699196abe_36_13820"/>
          <p:cNvSpPr txBox="1"/>
          <p:nvPr>
            <p:ph idx="6" type="subTitle"/>
          </p:nvPr>
        </p:nvSpPr>
        <p:spPr>
          <a:xfrm>
            <a:off x="6244108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18" name="Google Shape;1518;g3f699196abe_36_13820"/>
          <p:cNvSpPr txBox="1"/>
          <p:nvPr>
            <p:ph idx="7" type="subTitle"/>
          </p:nvPr>
        </p:nvSpPr>
        <p:spPr>
          <a:xfrm>
            <a:off x="6244083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19" name="Google Shape;1519;g3f699196abe_36_13820"/>
          <p:cNvSpPr txBox="1"/>
          <p:nvPr>
            <p:ph idx="8" type="subTitle"/>
          </p:nvPr>
        </p:nvSpPr>
        <p:spPr>
          <a:xfrm>
            <a:off x="3564592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20" name="Google Shape;1520;g3f699196abe_36_13820"/>
          <p:cNvSpPr txBox="1"/>
          <p:nvPr>
            <p:ph idx="9" type="subTitle"/>
          </p:nvPr>
        </p:nvSpPr>
        <p:spPr>
          <a:xfrm>
            <a:off x="3564567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21" name="Google Shape;1521;g3f699196abe_36_13820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22" name="Google Shape;1522;g3f699196abe_36_1382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23" name="Google Shape;1523;g3f699196abe_36_13820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24" name="Google Shape;1524;g3f699196abe_36_1382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left">
  <p:cSld name="CUSTOM_4_4">
    <p:spTree>
      <p:nvGrpSpPr>
        <p:cNvPr id="1525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Google Shape;1526;g3f699196abe_36_13840"/>
          <p:cNvSpPr txBox="1"/>
          <p:nvPr>
            <p:ph idx="1" type="subTitle"/>
          </p:nvPr>
        </p:nvSpPr>
        <p:spPr>
          <a:xfrm>
            <a:off x="885050" y="3358700"/>
            <a:ext cx="32919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27" name="Google Shape;1527;g3f699196abe_36_13840"/>
          <p:cNvSpPr txBox="1"/>
          <p:nvPr>
            <p:ph type="title"/>
          </p:nvPr>
        </p:nvSpPr>
        <p:spPr>
          <a:xfrm>
            <a:off x="885050" y="1240700"/>
            <a:ext cx="41148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9pPr>
          </a:lstStyle>
          <a:p/>
        </p:txBody>
      </p:sp>
      <p:sp>
        <p:nvSpPr>
          <p:cNvPr id="1528" name="Google Shape;1528;g3f699196abe_36_13840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529" name="Google Shape;1529;g3f699196abe_36_1384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0" name="Google Shape;1530;g3f699196abe_36_1384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1" name="Google Shape;1531;g3f699196abe_36_1384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32" name="Google Shape;1532;g3f699196abe_36_13840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33" name="Google Shape;1533;g3f699196abe_36_13840"/>
          <p:cNvSpPr txBox="1"/>
          <p:nvPr>
            <p:ph idx="4" type="subTitle"/>
          </p:nvPr>
        </p:nvSpPr>
        <p:spPr>
          <a:xfrm>
            <a:off x="6857350" y="164405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4" name="Google Shape;1534;g3f699196abe_36_13840"/>
          <p:cNvSpPr txBox="1"/>
          <p:nvPr>
            <p:ph idx="5" type="subTitle"/>
          </p:nvPr>
        </p:nvSpPr>
        <p:spPr>
          <a:xfrm>
            <a:off x="6857350" y="124070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35" name="Google Shape;1535;g3f699196abe_36_13840"/>
          <p:cNvSpPr txBox="1"/>
          <p:nvPr>
            <p:ph idx="6" type="subTitle"/>
          </p:nvPr>
        </p:nvSpPr>
        <p:spPr>
          <a:xfrm>
            <a:off x="6857350" y="3164125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6" name="Google Shape;1536;g3f699196abe_36_13840"/>
          <p:cNvSpPr txBox="1"/>
          <p:nvPr>
            <p:ph idx="7" type="subTitle"/>
          </p:nvPr>
        </p:nvSpPr>
        <p:spPr>
          <a:xfrm>
            <a:off x="6857350" y="2760775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37" name="Google Shape;1537;g3f699196abe_36_13840"/>
          <p:cNvSpPr txBox="1"/>
          <p:nvPr>
            <p:ph idx="8" type="subTitle"/>
          </p:nvPr>
        </p:nvSpPr>
        <p:spPr>
          <a:xfrm>
            <a:off x="6857350" y="468420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8" name="Google Shape;1538;g3f699196abe_36_13840"/>
          <p:cNvSpPr txBox="1"/>
          <p:nvPr>
            <p:ph idx="9" type="subTitle"/>
          </p:nvPr>
        </p:nvSpPr>
        <p:spPr>
          <a:xfrm>
            <a:off x="6857350" y="428085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pic>
        <p:nvPicPr>
          <p:cNvPr id="1539" name="Google Shape;1539;g3f699196abe_36_1384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left">
  <p:cSld name="CUSTOM_4_2">
    <p:spTree>
      <p:nvGrpSpPr>
        <p:cNvPr id="1540" name="Shape 1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41" name="Google Shape;1541;g3f699196abe_36_1385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42" name="Google Shape;1542;g3f699196abe_36_1385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3" name="Google Shape;1543;g3f699196abe_36_1385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44" name="Google Shape;1544;g3f699196abe_36_1385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45" name="Google Shape;1545;g3f699196abe_36_13855"/>
          <p:cNvSpPr txBox="1"/>
          <p:nvPr>
            <p:ph idx="2" type="subTitle"/>
          </p:nvPr>
        </p:nvSpPr>
        <p:spPr>
          <a:xfrm>
            <a:off x="5662075" y="2539250"/>
            <a:ext cx="5486400" cy="3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3000"/>
              </a:lnSpc>
              <a:spcBef>
                <a:spcPts val="2000"/>
              </a:spcBef>
              <a:spcAft>
                <a:spcPts val="2000"/>
              </a:spcAft>
              <a:buSzPts val="1800"/>
              <a:buNone/>
              <a:defRPr/>
            </a:lvl9pPr>
          </a:lstStyle>
          <a:p/>
        </p:txBody>
      </p:sp>
      <p:sp>
        <p:nvSpPr>
          <p:cNvPr id="1546" name="Google Shape;1546;g3f699196abe_36_13855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47" name="Google Shape;1547;g3f699196abe_36_1385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48" name="Google Shape;1548;g3f699196abe_36_13855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49" name="Google Shape;1549;g3f699196abe_36_1385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 alt1">
  <p:cSld name="CUSTOM_4_2_2">
    <p:spTree>
      <p:nvGrpSpPr>
        <p:cNvPr id="1550" name="Shape 1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51" name="Google Shape;1551;g3f699196abe_36_1386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52" name="Google Shape;1552;g3f699196abe_36_1386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3" name="Google Shape;1553;g3f699196abe_36_1386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54" name="Google Shape;1554;g3f699196abe_36_1386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55" name="Google Shape;1555;g3f699196abe_36_13865"/>
          <p:cNvSpPr txBox="1"/>
          <p:nvPr>
            <p:ph idx="2" type="subTitle"/>
          </p:nvPr>
        </p:nvSpPr>
        <p:spPr>
          <a:xfrm>
            <a:off x="2087850" y="2416425"/>
            <a:ext cx="80448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56" name="Google Shape;1556;g3f699196abe_36_13865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57" name="Google Shape;1557;g3f699196abe_36_1386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58" name="Google Shape;1558;g3f699196abe_36_13865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59" name="Google Shape;1559;g3f699196abe_36_1386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12187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">
  <p:cSld name="CUSTOM_4_2_1">
    <p:spTree>
      <p:nvGrpSpPr>
        <p:cNvPr id="1560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g3f699196abe_36_13875"/>
          <p:cNvSpPr txBox="1"/>
          <p:nvPr>
            <p:ph type="title"/>
          </p:nvPr>
        </p:nvSpPr>
        <p:spPr>
          <a:xfrm>
            <a:off x="3280375" y="1653075"/>
            <a:ext cx="7431000" cy="3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>
                <a:solidFill>
                  <a:schemeClr val="accen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  <p:sp>
        <p:nvSpPr>
          <p:cNvPr id="1562" name="Google Shape;1562;g3f699196abe_36_13875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563" name="Google Shape;1563;g3f699196abe_36_1387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64" name="Google Shape;1564;g3f699196abe_36_1387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65" name="Google Shape;1565;g3f699196abe_36_1387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66" name="Google Shape;1566;g3f699196abe_36_13875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567" name="Google Shape;1567;g3f699196abe_36_1387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dark">
  <p:cSld name="CUSTOM_4_1">
    <p:bg>
      <p:bgPr>
        <a:solidFill>
          <a:srgbClr val="292929"/>
        </a:solidFill>
      </p:bgPr>
    </p:bg>
    <p:spTree>
      <p:nvGrpSpPr>
        <p:cNvPr id="1568" name="Shape 1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Google Shape;1569;g3f699196abe_36_13883"/>
          <p:cNvSpPr txBox="1"/>
          <p:nvPr>
            <p:ph idx="1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70" name="Google Shape;1570;g3f699196abe_36_13883"/>
          <p:cNvSpPr txBox="1"/>
          <p:nvPr>
            <p:ph idx="2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71" name="Google Shape;1571;g3f699196abe_36_1388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cxnSp>
        <p:nvCxnSpPr>
          <p:cNvPr id="1572" name="Google Shape;1572;g3f699196abe_36_1388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3" name="Google Shape;1573;g3f699196abe_36_13883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574" name="Google Shape;1574;g3f699196abe_36_1388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5" name="Google Shape;1575;g3f699196abe_36_1388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6" name="Google Shape;1576;g3f699196abe_36_13883"/>
          <p:cNvSpPr txBox="1"/>
          <p:nvPr>
            <p:ph idx="4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577" name="Google Shape;1577;g3f699196abe_36_138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55875" y="6243950"/>
            <a:ext cx="393800" cy="2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overview">
  <p:cSld name="CUSTOM_4_1_1_1">
    <p:bg>
      <p:bgPr>
        <a:solidFill>
          <a:schemeClr val="lt1"/>
        </a:solidFill>
      </p:bgPr>
    </p:bg>
    <p:spTree>
      <p:nvGrpSpPr>
        <p:cNvPr id="1578" name="Shape 1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79" name="Google Shape;1579;g3f699196abe_36_1389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0" name="Google Shape;1580;g3f699196abe_36_1389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581" name="Google Shape;1581;g3f699196abe_36_1389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2" name="Google Shape;1582;g3f699196abe_36_1389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83" name="Google Shape;1583;g3f699196abe_36_1389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84" name="Google Shape;1584;g3f699196abe_36_13893"/>
          <p:cNvSpPr txBox="1"/>
          <p:nvPr>
            <p:ph idx="3" type="body"/>
          </p:nvPr>
        </p:nvSpPr>
        <p:spPr>
          <a:xfrm>
            <a:off x="900275" y="3109300"/>
            <a:ext cx="5043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400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585" name="Google Shape;1585;g3f699196abe_36_13893"/>
          <p:cNvSpPr txBox="1"/>
          <p:nvPr>
            <p:ph type="title"/>
          </p:nvPr>
        </p:nvSpPr>
        <p:spPr>
          <a:xfrm>
            <a:off x="900275" y="1190987"/>
            <a:ext cx="3885900" cy="14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86" name="Google Shape;1586;g3f699196abe_36_1389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losing slide with Image (g3f699196abe_80_0)">
    <p:bg>
      <p:bgPr>
        <a:solidFill>
          <a:schemeClr val="lt1"/>
        </a:solidFill>
      </p:bgPr>
    </p:bg>
    <p:spTree>
      <p:nvGrpSpPr>
        <p:cNvPr id="1587" name="Shape 1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1588;g3f699196abe_36_13902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589" name="Google Shape;1589;g3f699196abe_36_1390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90" name="Google Shape;1590;g3f699196abe_36_13902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91" name="Google Shape;1591;g3f699196abe_36_13902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">
  <p:cSld name="Interior agenda light (g3f699196abe_73_0)">
    <p:bg>
      <p:bgPr>
        <a:solidFill>
          <a:schemeClr val="lt1"/>
        </a:solidFill>
      </p:bgPr>
    </p:bg>
    <p:spTree>
      <p:nvGrpSpPr>
        <p:cNvPr id="1592" name="Shape 1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Google Shape;1593;g3f699196abe_36_1473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594" name="Google Shape;1594;g3f699196abe_36_147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95" name="Google Shape;1595;g3f699196abe_36_14734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96" name="Google Shape;1596;g3f699196abe_36_14734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597" name="Google Shape;1597;g3f699196abe_36_14734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598" name="Google Shape;1598;g3f699196abe_36_14734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 1">
  <p:cSld name="Interior agenda light (g3f699196abe_66_0)">
    <p:bg>
      <p:bgPr>
        <a:solidFill>
          <a:schemeClr val="lt1"/>
        </a:solidFill>
      </p:bgPr>
    </p:bg>
    <p:spTree>
      <p:nvGrpSpPr>
        <p:cNvPr id="1599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g3f699196abe_36_147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601" name="Google Shape;1601;g3f699196abe_36_147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02" name="Google Shape;1602;g3f699196abe_36_1474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03" name="Google Shape;1603;g3f699196abe_36_14741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604" name="Google Shape;1604;g3f699196abe_36_14741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605" name="Google Shape;1605;g3f699196abe_36_14741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 1">
  <p:cSld name="Interior data three callouts (g3f699196abe_51_0)">
    <p:spTree>
      <p:nvGrpSpPr>
        <p:cNvPr id="1606" name="Shape 1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Google Shape;1607;g3f699196abe_36_1474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08" name="Google Shape;1608;g3f699196abe_36_1474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09" name="Google Shape;1609;g3f699196abe_36_1474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10" name="Google Shape;1610;g3f699196abe_36_147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11" name="Google Shape;1611;g3f699196abe_36_1474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12" name="Google Shape;1612;g3f699196abe_36_1474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13" name="Google Shape;1613;g3f699196abe_36_1474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614" name="Google Shape;1614;g3f699196abe_36_1474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15" name="Google Shape;1615;g3f699196abe_36_1474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616" name="Google Shape;1616;g3f699196abe_36_1474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17" name="Google Shape;1617;g3f699196abe_36_1474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618" name="Google Shape;1618;g3f699196abe_36_1474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19" name="Google Shape;1619;g3f699196abe_36_147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620" name="Google Shape;1620;g3f699196abe_36_1474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 1 1">
  <p:cSld name="Interior agenda light (g3f699196abe_44_0)">
    <p:bg>
      <p:bgPr>
        <a:solidFill>
          <a:schemeClr val="lt1"/>
        </a:solidFill>
      </p:bgPr>
    </p:bg>
    <p:spTree>
      <p:nvGrpSpPr>
        <p:cNvPr id="1621" name="Shape 1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Google Shape;1622;g3f699196abe_36_1476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623" name="Google Shape;1623;g3f699196abe_36_1476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24" name="Google Shape;1624;g3f699196abe_36_1476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25" name="Google Shape;1625;g3f699196abe_36_14763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626" name="Google Shape;1626;g3f699196abe_36_14763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627" name="Google Shape;1627;g3f699196abe_36_1476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4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3.xml"/><Relationship Id="rId46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48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5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89.xml"/><Relationship Id="rId42" Type="http://schemas.openxmlformats.org/officeDocument/2006/relationships/slideLayout" Target="../slideLayouts/slideLayout91.xml"/><Relationship Id="rId41" Type="http://schemas.openxmlformats.org/officeDocument/2006/relationships/slideLayout" Target="../slideLayouts/slideLayout90.xml"/><Relationship Id="rId44" Type="http://schemas.openxmlformats.org/officeDocument/2006/relationships/slideLayout" Target="../slideLayouts/slideLayout93.xml"/><Relationship Id="rId43" Type="http://schemas.openxmlformats.org/officeDocument/2006/relationships/slideLayout" Target="../slideLayouts/slideLayout92.xml"/><Relationship Id="rId46" Type="http://schemas.openxmlformats.org/officeDocument/2006/relationships/slideLayout" Target="../slideLayouts/slideLayout95.xml"/><Relationship Id="rId45" Type="http://schemas.openxmlformats.org/officeDocument/2006/relationships/slideLayout" Target="../slideLayouts/slideLayout94.xml"/><Relationship Id="rId1" Type="http://schemas.openxmlformats.org/officeDocument/2006/relationships/slideLayout" Target="../slideLayouts/slideLayout50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97.xml"/><Relationship Id="rId47" Type="http://schemas.openxmlformats.org/officeDocument/2006/relationships/slideLayout" Target="../slideLayouts/slideLayout96.xml"/><Relationship Id="rId49" Type="http://schemas.openxmlformats.org/officeDocument/2006/relationships/slideLayout" Target="../slideLayouts/slideLayout98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31" Type="http://schemas.openxmlformats.org/officeDocument/2006/relationships/slideLayout" Target="../slideLayouts/slideLayout80.xml"/><Relationship Id="rId30" Type="http://schemas.openxmlformats.org/officeDocument/2006/relationships/slideLayout" Target="../slideLayouts/slideLayout79.xml"/><Relationship Id="rId33" Type="http://schemas.openxmlformats.org/officeDocument/2006/relationships/slideLayout" Target="../slideLayouts/slideLayout82.xml"/><Relationship Id="rId32" Type="http://schemas.openxmlformats.org/officeDocument/2006/relationships/slideLayout" Target="../slideLayouts/slideLayout81.xml"/><Relationship Id="rId35" Type="http://schemas.openxmlformats.org/officeDocument/2006/relationships/slideLayout" Target="../slideLayouts/slideLayout84.xml"/><Relationship Id="rId34" Type="http://schemas.openxmlformats.org/officeDocument/2006/relationships/slideLayout" Target="../slideLayouts/slideLayout83.xml"/><Relationship Id="rId37" Type="http://schemas.openxmlformats.org/officeDocument/2006/relationships/slideLayout" Target="../slideLayouts/slideLayout86.xml"/><Relationship Id="rId36" Type="http://schemas.openxmlformats.org/officeDocument/2006/relationships/slideLayout" Target="../slideLayouts/slideLayout85.xml"/><Relationship Id="rId39" Type="http://schemas.openxmlformats.org/officeDocument/2006/relationships/slideLayout" Target="../slideLayouts/slideLayout88.xml"/><Relationship Id="rId38" Type="http://schemas.openxmlformats.org/officeDocument/2006/relationships/slideLayout" Target="../slideLayouts/slideLayout87.xml"/><Relationship Id="rId20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1.xml"/><Relationship Id="rId21" Type="http://schemas.openxmlformats.org/officeDocument/2006/relationships/slideLayout" Target="../slideLayouts/slideLayout70.xml"/><Relationship Id="rId24" Type="http://schemas.openxmlformats.org/officeDocument/2006/relationships/slideLayout" Target="../slideLayouts/slideLayout73.xml"/><Relationship Id="rId23" Type="http://schemas.openxmlformats.org/officeDocument/2006/relationships/slideLayout" Target="../slideLayouts/slideLayout72.xml"/><Relationship Id="rId26" Type="http://schemas.openxmlformats.org/officeDocument/2006/relationships/slideLayout" Target="../slideLayouts/slideLayout75.xml"/><Relationship Id="rId25" Type="http://schemas.openxmlformats.org/officeDocument/2006/relationships/slideLayout" Target="../slideLayouts/slideLayout74.xml"/><Relationship Id="rId28" Type="http://schemas.openxmlformats.org/officeDocument/2006/relationships/slideLayout" Target="../slideLayouts/slideLayout77.xml"/><Relationship Id="rId27" Type="http://schemas.openxmlformats.org/officeDocument/2006/relationships/slideLayout" Target="../slideLayouts/slideLayout76.xml"/><Relationship Id="rId29" Type="http://schemas.openxmlformats.org/officeDocument/2006/relationships/slideLayout" Target="../slideLayouts/slideLayout78.xml"/><Relationship Id="rId51" Type="http://schemas.openxmlformats.org/officeDocument/2006/relationships/slideLayout" Target="../slideLayouts/slideLayout100.xml"/><Relationship Id="rId50" Type="http://schemas.openxmlformats.org/officeDocument/2006/relationships/slideLayout" Target="../slideLayouts/slideLayout99.xml"/><Relationship Id="rId53" Type="http://schemas.openxmlformats.org/officeDocument/2006/relationships/slideLayout" Target="../slideLayouts/slideLayout102.xml"/><Relationship Id="rId52" Type="http://schemas.openxmlformats.org/officeDocument/2006/relationships/slideLayout" Target="../slideLayouts/slideLayout101.xml"/><Relationship Id="rId11" Type="http://schemas.openxmlformats.org/officeDocument/2006/relationships/slideLayout" Target="../slideLayouts/slideLayout60.xml"/><Relationship Id="rId55" Type="http://schemas.openxmlformats.org/officeDocument/2006/relationships/theme" Target="../theme/theme1.xml"/><Relationship Id="rId10" Type="http://schemas.openxmlformats.org/officeDocument/2006/relationships/slideLayout" Target="../slideLayouts/slideLayout59.xml"/><Relationship Id="rId54" Type="http://schemas.openxmlformats.org/officeDocument/2006/relationships/slideLayout" Target="../slideLayouts/slideLayout103.xml"/><Relationship Id="rId13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3.xml"/><Relationship Id="rId17" Type="http://schemas.openxmlformats.org/officeDocument/2006/relationships/slideLayout" Target="../slideLayouts/slideLayout66.xml"/><Relationship Id="rId16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15600" y="593367"/>
            <a:ext cx="11360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Red Hat Display"/>
              <a:buChar char="▸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indent="-342900" lvl="1" marL="914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indent="-342900" lvl="2" marL="1371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indent="-342900" lvl="3" marL="18288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indent="-342900" lvl="4" marL="22860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indent="-342900" lvl="5" marL="27432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indent="-342900" lvl="6" marL="3200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indent="-342900" lvl="7" marL="3657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indent="-342900" lvl="8" marL="4114800" marR="0" rtl="0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" name="Google Shape;8;p11"/>
          <p:cNvSpPr txBox="1"/>
          <p:nvPr/>
        </p:nvSpPr>
        <p:spPr>
          <a:xfrm>
            <a:off x="9677749" y="269825"/>
            <a:ext cx="20094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Update </a:t>
            </a:r>
            <a:r>
              <a:rPr b="1" i="0" lang="en" sz="700" u="none" cap="none" strike="noStrike">
                <a:solidFill>
                  <a:srgbClr val="000000"/>
                </a:solidFill>
                <a:latin typeface="Red Hat Text"/>
                <a:ea typeface="Red Hat Text"/>
                <a:cs typeface="Red Hat Text"/>
                <a:sym typeface="Red Hat Text"/>
              </a:rPr>
              <a:t>confidential</a:t>
            </a: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 designator here</a:t>
            </a:r>
            <a:endParaRPr b="0" i="0" sz="700" u="none" cap="none" strike="noStrike">
              <a:solidFill>
                <a:srgbClr val="000000"/>
              </a:solidFill>
              <a:latin typeface="Red Hat Text Medium"/>
              <a:ea typeface="Red Hat Text Medium"/>
              <a:cs typeface="Red Hat Text Medium"/>
              <a:sym typeface="Red Hat Text Medium"/>
            </a:endParaRPr>
          </a:p>
        </p:txBody>
      </p:sp>
      <p:sp>
        <p:nvSpPr>
          <p:cNvPr id="9" name="Google Shape;9;p11"/>
          <p:cNvSpPr txBox="1"/>
          <p:nvPr/>
        </p:nvSpPr>
        <p:spPr>
          <a:xfrm>
            <a:off x="8605243" y="6313250"/>
            <a:ext cx="24684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51515"/>
                </a:solidFill>
                <a:latin typeface="Red Hat Text"/>
                <a:ea typeface="Red Hat Text"/>
                <a:cs typeface="Red Hat Text"/>
                <a:sym typeface="Red Hat Text"/>
              </a:rPr>
              <a:t>Version number here V00000</a:t>
            </a:r>
            <a:endParaRPr b="0" i="0" sz="800" u="none" cap="none" strike="noStrike">
              <a:solidFill>
                <a:srgbClr val="151515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g3f699196abe_36_13111"/>
          <p:cNvSpPr txBox="1"/>
          <p:nvPr>
            <p:ph type="title"/>
          </p:nvPr>
        </p:nvSpPr>
        <p:spPr>
          <a:xfrm>
            <a:off x="415600" y="593367"/>
            <a:ext cx="11360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798" name="Google Shape;798;g3f699196abe_36_1311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Red Hat Display"/>
              <a:buChar char="▸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indent="-342900" lvl="1" marL="914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indent="-342900" lvl="2" marL="1371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indent="-342900" lvl="3" marL="18288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indent="-342900" lvl="4" marL="22860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indent="-342900" lvl="5" marL="27432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indent="-342900" lvl="6" marL="3200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indent="-342900" lvl="7" marL="3657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indent="-342900" lvl="8" marL="4114800" marR="0" rtl="0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799" name="Google Shape;799;g3f699196abe_36_13111"/>
          <p:cNvSpPr txBox="1"/>
          <p:nvPr/>
        </p:nvSpPr>
        <p:spPr>
          <a:xfrm>
            <a:off x="9677749" y="269825"/>
            <a:ext cx="20094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Update </a:t>
            </a:r>
            <a:r>
              <a:rPr b="1" i="0" lang="en" sz="700" u="none" cap="none" strike="noStrike">
                <a:solidFill>
                  <a:srgbClr val="000000"/>
                </a:solidFill>
                <a:latin typeface="Red Hat Text"/>
                <a:ea typeface="Red Hat Text"/>
                <a:cs typeface="Red Hat Text"/>
                <a:sym typeface="Red Hat Text"/>
              </a:rPr>
              <a:t>confidential</a:t>
            </a: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 designator here</a:t>
            </a:r>
            <a:endParaRPr b="0" i="0" sz="700" u="none" cap="none" strike="noStrike">
              <a:solidFill>
                <a:srgbClr val="000000"/>
              </a:solidFill>
              <a:latin typeface="Red Hat Text Medium"/>
              <a:ea typeface="Red Hat Text Medium"/>
              <a:cs typeface="Red Hat Text Medium"/>
              <a:sym typeface="Red Hat Text Medium"/>
            </a:endParaRPr>
          </a:p>
        </p:txBody>
      </p:sp>
      <p:sp>
        <p:nvSpPr>
          <p:cNvPr id="800" name="Google Shape;800;g3f699196abe_36_13111"/>
          <p:cNvSpPr txBox="1"/>
          <p:nvPr/>
        </p:nvSpPr>
        <p:spPr>
          <a:xfrm>
            <a:off x="8605243" y="6313250"/>
            <a:ext cx="24684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51515"/>
                </a:solidFill>
                <a:latin typeface="Red Hat Text"/>
                <a:ea typeface="Red Hat Text"/>
                <a:cs typeface="Red Hat Text"/>
                <a:sym typeface="Red Hat Text"/>
              </a:rPr>
              <a:t>Version number here V00000</a:t>
            </a:r>
            <a:endParaRPr b="0" i="0" sz="800" u="none" cap="none" strike="noStrike">
              <a:solidFill>
                <a:srgbClr val="151515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  <p:sldLayoutId id="2147483741" r:id="rId43"/>
    <p:sldLayoutId id="2147483742" r:id="rId44"/>
    <p:sldLayoutId id="2147483743" r:id="rId45"/>
    <p:sldLayoutId id="2147483744" r:id="rId46"/>
    <p:sldLayoutId id="2147483745" r:id="rId47"/>
    <p:sldLayoutId id="2147483746" r:id="rId48"/>
    <p:sldLayoutId id="2147483747" r:id="rId49"/>
    <p:sldLayoutId id="2147483748" r:id="rId50"/>
    <p:sldLayoutId id="2147483749" r:id="rId51"/>
    <p:sldLayoutId id="2147483750" r:id="rId52"/>
    <p:sldLayoutId id="2147483751" r:id="rId53"/>
    <p:sldLayoutId id="2147483752" r:id="rId5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2.png"/><Relationship Id="rId8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1"/>
          <p:cNvSpPr txBox="1"/>
          <p:nvPr>
            <p:ph idx="1" type="subTitle"/>
          </p:nvPr>
        </p:nvSpPr>
        <p:spPr>
          <a:xfrm>
            <a:off x="952500" y="3476625"/>
            <a:ext cx="71439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D4D4D4"/>
                </a:solidFill>
              </a:rPr>
              <a:t>Deterministic </a:t>
            </a:r>
            <a:r>
              <a:rPr b="0" lang="en" sz="2000">
                <a:solidFill>
                  <a:srgbClr val="D4D4D4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Signal Compression using CPU Inferencing when needed</a:t>
            </a:r>
            <a:endParaRPr b="0" sz="2000">
              <a:solidFill>
                <a:srgbClr val="D4D4D4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b="0" sz="1600">
              <a:solidFill>
                <a:srgbClr val="A3A3A3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633" name="Google Shape;1633;p1"/>
          <p:cNvSpPr txBox="1"/>
          <p:nvPr>
            <p:ph type="title"/>
          </p:nvPr>
        </p:nvSpPr>
        <p:spPr>
          <a:xfrm>
            <a:off x="952500" y="1905000"/>
            <a:ext cx="7143900" cy="142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18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Cascade Compression</a:t>
            </a:r>
            <a:endParaRPr b="1" sz="5180">
              <a:solidFill>
                <a:srgbClr val="FFFFFF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634" name="Google Shape;1634;p1"/>
          <p:cNvGrpSpPr/>
          <p:nvPr/>
        </p:nvGrpSpPr>
        <p:grpSpPr>
          <a:xfrm>
            <a:off x="952500" y="1524000"/>
            <a:ext cx="2381400" cy="285900"/>
            <a:chOff x="0" y="0"/>
            <a:chExt cx="2381400" cy="285900"/>
          </a:xfrm>
        </p:grpSpPr>
        <p:sp>
          <p:nvSpPr>
            <p:cNvPr id="1635" name="Google Shape;1635;p1"/>
            <p:cNvSpPr/>
            <p:nvPr/>
          </p:nvSpPr>
          <p:spPr>
            <a:xfrm>
              <a:off x="0" y="0"/>
              <a:ext cx="23814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" name="Google Shape;1636;p1"/>
            <p:cNvSpPr txBox="1"/>
            <p:nvPr/>
          </p:nvSpPr>
          <p:spPr>
            <a:xfrm>
              <a:off x="0" y="0"/>
              <a:ext cx="2381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Technical Solution Brief</a:t>
              </a:r>
              <a:endParaRPr b="1" sz="11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0" name="Shape 1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1" name="Google Shape;1641;p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The Problem</a:t>
            </a:r>
            <a:endParaRPr/>
          </a:p>
        </p:txBody>
      </p:sp>
      <p:sp>
        <p:nvSpPr>
          <p:cNvPr id="1642" name="Google Shape;1642;p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643" name="Google Shape;1643;p2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644" name="Google Shape;1644;p2"/>
          <p:cNvSpPr txBox="1"/>
          <p:nvPr/>
        </p:nvSpPr>
        <p:spPr>
          <a:xfrm>
            <a:off x="762000" y="1333500"/>
            <a:ext cx="4953000" cy="4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Every signal hits an LLM.</a:t>
            </a:r>
            <a:endParaRPr b="1" sz="32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4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That's the problem.</a:t>
            </a:r>
            <a:endParaRPr b="0" sz="2400">
              <a:solidFill>
                <a:srgbClr val="151515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Enterprise AI processes millions of signals daily. The current industry default is to route every transaction, log, and event to a massive model—creating unsustainable bottlenecks and costs.</a:t>
            </a:r>
            <a:endParaRPr b="0" sz="1400">
              <a:solidFill>
                <a:srgbClr val="6B728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225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10M transactions/day </a:t>
            </a:r>
            <a:r>
              <a:rPr lang="en" sz="12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at a mid-size bank</a:t>
            </a:r>
            <a:endParaRPr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100K network elements </a:t>
            </a:r>
            <a:r>
              <a:rPr lang="en" sz="12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monitored at a telco</a:t>
            </a:r>
            <a:endParaRPr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Continuous vitals &amp; labs </a:t>
            </a:r>
            <a:r>
              <a:rPr lang="en" sz="12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tracked constantly in healthcare</a:t>
            </a:r>
            <a:endParaRPr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645" name="Google Shape;1645;p2"/>
          <p:cNvGrpSpPr/>
          <p:nvPr/>
        </p:nvGrpSpPr>
        <p:grpSpPr>
          <a:xfrm>
            <a:off x="6286500" y="1333500"/>
            <a:ext cx="5143500" cy="4191000"/>
            <a:chOff x="0" y="0"/>
            <a:chExt cx="5143500" cy="4191000"/>
          </a:xfrm>
        </p:grpSpPr>
        <p:sp>
          <p:nvSpPr>
            <p:cNvPr id="1646" name="Google Shape;1646;p2"/>
            <p:cNvSpPr/>
            <p:nvPr/>
          </p:nvSpPr>
          <p:spPr>
            <a:xfrm>
              <a:off x="0" y="0"/>
              <a:ext cx="5143500" cy="4191000"/>
            </a:xfrm>
            <a:prstGeom prst="roundRect">
              <a:avLst>
                <a:gd fmla="val 1818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" name="Google Shape;1647;p2"/>
            <p:cNvSpPr/>
            <p:nvPr/>
          </p:nvSpPr>
          <p:spPr>
            <a:xfrm>
              <a:off x="0" y="0"/>
              <a:ext cx="114300" cy="4191000"/>
            </a:xfrm>
            <a:custGeom>
              <a:rect b="b" l="l" r="r" t="t"/>
              <a:pathLst>
                <a:path extrusionOk="0" h="120000" w="120000">
                  <a:moveTo>
                    <a:pt x="0" y="2182"/>
                  </a:moveTo>
                  <a:quadBezTo>
                    <a:pt x="0" y="0"/>
                    <a:pt x="80000" y="0"/>
                  </a:quadBezTo>
                  <a:lnTo>
                    <a:pt x="120000" y="0"/>
                  </a:lnTo>
                  <a:lnTo>
                    <a:pt x="120000" y="120000"/>
                  </a:lnTo>
                  <a:lnTo>
                    <a:pt x="80000" y="120000"/>
                  </a:lnTo>
                  <a:quadBezTo>
                    <a:pt x="0" y="120000"/>
                    <a:pt x="0" y="117818"/>
                  </a:quadBezTo>
                  <a:close/>
                </a:path>
              </a:pathLst>
            </a:custGeom>
            <a:solidFill>
              <a:srgbClr val="EE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8" name="Google Shape;1648;p2"/>
            <p:cNvSpPr txBox="1"/>
            <p:nvPr/>
          </p:nvSpPr>
          <p:spPr>
            <a:xfrm>
              <a:off x="381000" y="381000"/>
              <a:ext cx="43815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Core Insight</a:t>
              </a:r>
              <a:endParaRPr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But 85-99% of those signals are routine noise.</a:t>
              </a:r>
              <a:endParaRPr b="1" sz="22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Empirical Proof</a:t>
              </a:r>
              <a:endParaRPr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6400">
                  <a:solidFill>
                    <a:srgbClr val="EE0000"/>
                  </a:solidFill>
                  <a:latin typeface="Red Hat Display ExtraBold"/>
                  <a:ea typeface="Red Hat Display ExtraBold"/>
                  <a:cs typeface="Red Hat Display ExtraBold"/>
                  <a:sym typeface="Red Hat Display ExtraBold"/>
                </a:rPr>
                <a:t>99.5% </a:t>
              </a:r>
              <a:r>
                <a:rPr b="1" lang="en" sz="16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handled without AI</a:t>
              </a:r>
              <a:endParaRPr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We proved it: Across 68.7M signals, almost all routine traffic was compressed and resolved before ever reaching a model.</a:t>
              </a:r>
              <a:endParaRPr b="0" sz="13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2" name="Shape 1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Google Shape;1653;p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800">
                <a:solidFill>
                  <a:schemeClr val="dk1"/>
                </a:solidFill>
              </a:rPr>
              <a:t>Cascade Compression</a:t>
            </a:r>
            <a:endParaRPr/>
          </a:p>
        </p:txBody>
      </p:sp>
      <p:sp>
        <p:nvSpPr>
          <p:cNvPr id="1654" name="Google Shape;1654;p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 sz="2800"/>
              <a:t>Three tiers. Most signals never touch a model.</a:t>
            </a:r>
            <a:endParaRPr/>
          </a:p>
        </p:txBody>
      </p:sp>
      <p:grpSp>
        <p:nvGrpSpPr>
          <p:cNvPr id="1655" name="Google Shape;1655;p3"/>
          <p:cNvGrpSpPr/>
          <p:nvPr/>
        </p:nvGrpSpPr>
        <p:grpSpPr>
          <a:xfrm>
            <a:off x="762000" y="1905000"/>
            <a:ext cx="1714500" cy="3619500"/>
            <a:chOff x="0" y="0"/>
            <a:chExt cx="1714500" cy="3619500"/>
          </a:xfrm>
        </p:grpSpPr>
        <p:sp>
          <p:nvSpPr>
            <p:cNvPr id="1656" name="Google Shape;1656;p3"/>
            <p:cNvSpPr/>
            <p:nvPr/>
          </p:nvSpPr>
          <p:spPr>
            <a:xfrm>
              <a:off x="0" y="0"/>
              <a:ext cx="1714500" cy="3619500"/>
            </a:xfrm>
            <a:prstGeom prst="roundRect">
              <a:avLst>
                <a:gd fmla="val 4444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7" name="Google Shape;1657;p3"/>
            <p:cNvSpPr/>
            <p:nvPr/>
          </p:nvSpPr>
          <p:spPr>
            <a:xfrm>
              <a:off x="0" y="0"/>
              <a:ext cx="1714500" cy="573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8" name="Google Shape;1658;p3"/>
            <p:cNvSpPr txBox="1"/>
            <p:nvPr/>
          </p:nvSpPr>
          <p:spPr>
            <a:xfrm>
              <a:off x="142875" y="190500"/>
              <a:ext cx="1428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NANO TIER</a:t>
              </a:r>
              <a:endParaRPr b="1" sz="14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85-99%</a:t>
              </a:r>
              <a:endParaRPr b="1" sz="1600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Deterministic agents handle the vast majority of routine signals instantly.</a:t>
              </a:r>
              <a:endParaRPr b="0" sz="11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lang="en" sz="1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Dedup &amp; transient suppression</a:t>
              </a:r>
              <a:endParaRPr sz="1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lang="en" sz="1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Severity gating</a:t>
              </a:r>
              <a:endParaRPr sz="1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lang="en" sz="1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Pattern matching</a:t>
              </a:r>
              <a:endParaRPr sz="1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Sub-millisecond.</a:t>
              </a:r>
              <a:b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</a:b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Zero inference cost.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59" name="Google Shape;1659;p3"/>
          <p:cNvGrpSpPr/>
          <p:nvPr/>
        </p:nvGrpSpPr>
        <p:grpSpPr>
          <a:xfrm>
            <a:off x="2667000" y="1905000"/>
            <a:ext cx="1714500" cy="3619500"/>
            <a:chOff x="0" y="0"/>
            <a:chExt cx="1714500" cy="3619500"/>
          </a:xfrm>
        </p:grpSpPr>
        <p:sp>
          <p:nvSpPr>
            <p:cNvPr id="1660" name="Google Shape;1660;p3"/>
            <p:cNvSpPr/>
            <p:nvPr/>
          </p:nvSpPr>
          <p:spPr>
            <a:xfrm>
              <a:off x="0" y="0"/>
              <a:ext cx="1714500" cy="3619500"/>
            </a:xfrm>
            <a:prstGeom prst="roundRect">
              <a:avLst>
                <a:gd fmla="val 4444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" name="Google Shape;1661;p3"/>
            <p:cNvSpPr/>
            <p:nvPr/>
          </p:nvSpPr>
          <p:spPr>
            <a:xfrm>
              <a:off x="0" y="0"/>
              <a:ext cx="1714500" cy="57300"/>
            </a:xfrm>
            <a:prstGeom prst="roundRect">
              <a:avLst>
                <a:gd fmla="val 50000" name="adj"/>
              </a:avLst>
            </a:prstGeom>
            <a:solidFill>
              <a:srgbClr val="0071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" name="Google Shape;1662;p3"/>
            <p:cNvSpPr txBox="1"/>
            <p:nvPr/>
          </p:nvSpPr>
          <p:spPr>
            <a:xfrm>
              <a:off x="142875" y="190500"/>
              <a:ext cx="1428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MICRO TIER</a:t>
              </a:r>
              <a:endParaRPr b="1" sz="14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1-15%</a:t>
              </a:r>
              <a:endParaRPr b="1" sz="16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Escalated signals analyzed by highly efficient on-premise models.</a:t>
              </a:r>
              <a:endParaRPr b="0" sz="11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lang="en" sz="1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IBM Granite 8B</a:t>
              </a:r>
              <a:endParaRPr sz="1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lang="en" sz="1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Intel Xeon 6 CPU</a:t>
              </a:r>
              <a:endParaRPr sz="1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Sub-second classification.</a:t>
              </a:r>
              <a:b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</a:b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No GPU required.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63" name="Google Shape;1663;p3"/>
          <p:cNvGrpSpPr/>
          <p:nvPr/>
        </p:nvGrpSpPr>
        <p:grpSpPr>
          <a:xfrm>
            <a:off x="4572000" y="1905000"/>
            <a:ext cx="1714500" cy="3619500"/>
            <a:chOff x="0" y="0"/>
            <a:chExt cx="1714500" cy="3619500"/>
          </a:xfrm>
        </p:grpSpPr>
        <p:sp>
          <p:nvSpPr>
            <p:cNvPr id="1664" name="Google Shape;1664;p3"/>
            <p:cNvSpPr/>
            <p:nvPr/>
          </p:nvSpPr>
          <p:spPr>
            <a:xfrm>
              <a:off x="0" y="0"/>
              <a:ext cx="1714500" cy="3619500"/>
            </a:xfrm>
            <a:prstGeom prst="roundRect">
              <a:avLst>
                <a:gd fmla="val 4444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" name="Google Shape;1665;p3"/>
            <p:cNvSpPr/>
            <p:nvPr/>
          </p:nvSpPr>
          <p:spPr>
            <a:xfrm>
              <a:off x="0" y="0"/>
              <a:ext cx="1714500" cy="57300"/>
            </a:xfrm>
            <a:prstGeom prst="roundRect">
              <a:avLst>
                <a:gd fmla="val 50000" name="adj"/>
              </a:avLst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" name="Google Shape;1666;p3"/>
            <p:cNvSpPr txBox="1"/>
            <p:nvPr/>
          </p:nvSpPr>
          <p:spPr>
            <a:xfrm>
              <a:off x="142875" y="190500"/>
              <a:ext cx="1428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MACRO TIER</a:t>
              </a:r>
              <a:endParaRPr b="1" sz="14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F59E0B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Rare</a:t>
              </a:r>
              <a:endParaRPr b="1" sz="1600">
                <a:solidFill>
                  <a:srgbClr val="F59E0B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Only highly complex anomalies survive to reach the largest models.</a:t>
              </a:r>
              <a:endParaRPr b="0" sz="11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rtl="0" algn="l">
                <a:spcBef>
                  <a:spcPts val="1125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lang="en" sz="1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Deep reasoning models</a:t>
              </a:r>
              <a:endParaRPr sz="1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Reserved for heavy cognitive tasks.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667" name="Google Shape;1667;p3"/>
          <p:cNvSpPr/>
          <p:nvPr/>
        </p:nvSpPr>
        <p:spPr>
          <a:xfrm>
            <a:off x="6572250" y="1905000"/>
            <a:ext cx="4857900" cy="3619500"/>
          </a:xfrm>
          <a:prstGeom prst="roundRect">
            <a:avLst>
              <a:gd fmla="val 2105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8" name="Google Shape;1668;p3"/>
          <p:cNvSpPr/>
          <p:nvPr/>
        </p:nvSpPr>
        <p:spPr>
          <a:xfrm>
            <a:off x="6572250" y="1905000"/>
            <a:ext cx="114300" cy="3619500"/>
          </a:xfrm>
          <a:custGeom>
            <a:rect b="b" l="l" r="r" t="t"/>
            <a:pathLst>
              <a:path extrusionOk="0" h="120000" w="120000">
                <a:moveTo>
                  <a:pt x="0" y="2526"/>
                </a:moveTo>
                <a:cubicBezTo>
                  <a:pt x="0" y="821"/>
                  <a:pt x="26000" y="0"/>
                  <a:pt x="80000" y="0"/>
                </a:cubicBezTo>
                <a:lnTo>
                  <a:pt x="120000" y="0"/>
                </a:lnTo>
                <a:lnTo>
                  <a:pt x="120000" y="120000"/>
                </a:lnTo>
                <a:lnTo>
                  <a:pt x="80000" y="120000"/>
                </a:lnTo>
                <a:cubicBezTo>
                  <a:pt x="26000" y="120000"/>
                  <a:pt x="0" y="119179"/>
                  <a:pt x="0" y="117474"/>
                </a:cubicBezTo>
                <a:close/>
              </a:path>
            </a:pathLst>
          </a:custGeom>
          <a:solidFill>
            <a:srgbClr val="EE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669" name="Google Shape;1669;p3"/>
          <p:cNvGraphicFramePr/>
          <p:nvPr/>
        </p:nvGraphicFramePr>
        <p:xfrm>
          <a:off x="6905625" y="2143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{F620A139-6616-47C7-910B-F2F33504DC0B}</a:tableStyleId>
              </a:tblPr>
              <a:tblGrid>
                <a:gridCol w="2119300"/>
                <a:gridCol w="2119325"/>
              </a:tblGrid>
              <a:tr h="1571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EE0000"/>
                          </a:solidFill>
                        </a:rPr>
                        <a:t>23</a:t>
                      </a:r>
                      <a:endParaRPr b="1" sz="1300">
                        <a:solidFill>
                          <a:srgbClr val="EE0000"/>
                        </a:solidFill>
                      </a:endParaRPr>
                    </a:p>
                  </a:txBody>
                  <a:tcPr marT="57150" marB="57150" marR="0" marL="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Agents self-discovered (37 total, all green on rubric)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57150" marB="57150" marR="0" marL="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71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EE0000"/>
                          </a:solidFill>
                        </a:rPr>
                        <a:t>96%</a:t>
                      </a:r>
                      <a:endParaRPr b="1" sz="1300">
                        <a:solidFill>
                          <a:srgbClr val="EE0000"/>
                        </a:solidFill>
                      </a:endParaRPr>
                    </a:p>
                  </a:txBody>
                  <a:tcPr marT="57150" marB="57150" marR="0" marL="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Accuracy with 0% false positive rate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57150" marB="57150" marR="0" marL="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3" name="Shape 1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Google Shape;1674;p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Architecture</a:t>
            </a:r>
            <a:endParaRPr/>
          </a:p>
        </p:txBody>
      </p:sp>
      <p:sp>
        <p:nvSpPr>
          <p:cNvPr id="1675" name="Google Shape;1675;p4"/>
          <p:cNvSpPr txBox="1"/>
          <p:nvPr/>
        </p:nvSpPr>
        <p:spPr>
          <a:xfrm>
            <a:off x="762000" y="1333500"/>
            <a:ext cx="4191000" cy="4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Domain-agnostic framework. Plug in any data source.</a:t>
            </a:r>
            <a:endParaRPr b="1" sz="36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Deploy lightweight collectors across any enterprise platform or vertical. All events feed into the multi-stage Cascade Framework for sub-millisecond filtering, local pattern classification, and deterministic decisioning before commit.</a:t>
            </a:r>
            <a:endParaRPr sz="1400">
              <a:solidFill>
                <a:srgbClr val="6B728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676" name="Google Shape;1676;p4"/>
          <p:cNvGrpSpPr/>
          <p:nvPr/>
        </p:nvGrpSpPr>
        <p:grpSpPr>
          <a:xfrm>
            <a:off x="5334000" y="1333500"/>
            <a:ext cx="5762625" cy="571500"/>
            <a:chOff x="5334000" y="1333500"/>
            <a:chExt cx="5762625" cy="571500"/>
          </a:xfrm>
        </p:grpSpPr>
        <p:sp>
          <p:nvSpPr>
            <p:cNvPr id="1677" name="Google Shape;1677;p4"/>
            <p:cNvSpPr/>
            <p:nvPr/>
          </p:nvSpPr>
          <p:spPr>
            <a:xfrm>
              <a:off x="5334000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8" name="Google Shape;1678;p4"/>
            <p:cNvSpPr txBox="1"/>
            <p:nvPr/>
          </p:nvSpPr>
          <p:spPr>
            <a:xfrm>
              <a:off x="5334000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K8s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Collector</a:t>
              </a:r>
              <a:endParaRPr sz="10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79" name="Google Shape;1679;p4"/>
            <p:cNvSpPr/>
            <p:nvPr/>
          </p:nvSpPr>
          <p:spPr>
            <a:xfrm>
              <a:off x="6810375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0" name="Google Shape;1680;p4"/>
            <p:cNvSpPr txBox="1"/>
            <p:nvPr/>
          </p:nvSpPr>
          <p:spPr>
            <a:xfrm>
              <a:off x="6810375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AAP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Collector</a:t>
              </a:r>
              <a:endParaRPr sz="10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81" name="Google Shape;1681;p4"/>
            <p:cNvSpPr/>
            <p:nvPr/>
          </p:nvSpPr>
          <p:spPr>
            <a:xfrm>
              <a:off x="8286750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2" name="Google Shape;1682;p4"/>
            <p:cNvSpPr txBox="1"/>
            <p:nvPr/>
          </p:nvSpPr>
          <p:spPr>
            <a:xfrm>
              <a:off x="8286750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Finance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Collector</a:t>
              </a:r>
              <a:endParaRPr sz="10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83" name="Google Shape;1683;p4"/>
            <p:cNvSpPr/>
            <p:nvPr/>
          </p:nvSpPr>
          <p:spPr>
            <a:xfrm>
              <a:off x="9763125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4"/>
            <p:cNvSpPr txBox="1"/>
            <p:nvPr/>
          </p:nvSpPr>
          <p:spPr>
            <a:xfrm>
              <a:off x="9763125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+4 More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verticals</a:t>
              </a:r>
              <a:endParaRPr sz="10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85" name="Google Shape;1685;p4"/>
          <p:cNvGrpSpPr/>
          <p:nvPr/>
        </p:nvGrpSpPr>
        <p:grpSpPr>
          <a:xfrm>
            <a:off x="6000750" y="1905000"/>
            <a:ext cx="4429200" cy="476250"/>
            <a:chOff x="6000750" y="1905000"/>
            <a:chExt cx="4429200" cy="476250"/>
          </a:xfrm>
        </p:grpSpPr>
        <p:sp>
          <p:nvSpPr>
            <p:cNvPr id="1686" name="Google Shape;1686;p4"/>
            <p:cNvSpPr/>
            <p:nvPr/>
          </p:nvSpPr>
          <p:spPr>
            <a:xfrm>
              <a:off x="6000750" y="1905000"/>
              <a:ext cx="4429200" cy="4572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37500"/>
                  </a:lnTo>
                  <a:lnTo>
                    <a:pt x="120000" y="37500"/>
                  </a:lnTo>
                  <a:lnTo>
                    <a:pt x="120000" y="0"/>
                  </a:lnTo>
                  <a:moveTo>
                    <a:pt x="40000" y="0"/>
                  </a:moveTo>
                  <a:lnTo>
                    <a:pt x="40000" y="37500"/>
                  </a:lnTo>
                  <a:moveTo>
                    <a:pt x="80000" y="0"/>
                  </a:moveTo>
                  <a:lnTo>
                    <a:pt x="80000" y="37500"/>
                  </a:lnTo>
                  <a:moveTo>
                    <a:pt x="60000" y="37500"/>
                  </a:moveTo>
                  <a:lnTo>
                    <a:pt x="6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9050">
              <a:solidFill>
                <a:srgbClr val="D1D5D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" name="Google Shape;1687;p4"/>
            <p:cNvSpPr/>
            <p:nvPr/>
          </p:nvSpPr>
          <p:spPr>
            <a:xfrm>
              <a:off x="8172450" y="2305050"/>
              <a:ext cx="85800" cy="762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D1D5D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88" name="Google Shape;1688;p4"/>
          <p:cNvGrpSpPr/>
          <p:nvPr/>
        </p:nvGrpSpPr>
        <p:grpSpPr>
          <a:xfrm>
            <a:off x="5334000" y="2381250"/>
            <a:ext cx="5762700" cy="2381400"/>
            <a:chOff x="5334000" y="2381250"/>
            <a:chExt cx="5762700" cy="2381400"/>
          </a:xfrm>
        </p:grpSpPr>
        <p:sp>
          <p:nvSpPr>
            <p:cNvPr id="1689" name="Google Shape;1689;p4"/>
            <p:cNvSpPr/>
            <p:nvPr/>
          </p:nvSpPr>
          <p:spPr>
            <a:xfrm>
              <a:off x="5334000" y="2381250"/>
              <a:ext cx="5762700" cy="2381400"/>
            </a:xfrm>
            <a:prstGeom prst="roundRect">
              <a:avLst>
                <a:gd fmla="val 32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" name="Google Shape;1690;p4"/>
            <p:cNvSpPr/>
            <p:nvPr/>
          </p:nvSpPr>
          <p:spPr>
            <a:xfrm>
              <a:off x="5334000" y="2381250"/>
              <a:ext cx="114300" cy="2381400"/>
            </a:xfrm>
            <a:custGeom>
              <a:rect b="b" l="l" r="r" t="t"/>
              <a:pathLst>
                <a:path extrusionOk="0" h="120000" w="120000">
                  <a:moveTo>
                    <a:pt x="0" y="3840"/>
                  </a:moveTo>
                  <a:cubicBezTo>
                    <a:pt x="0" y="1277"/>
                    <a:pt x="26600" y="0"/>
                    <a:pt x="80000" y="0"/>
                  </a:cubicBezTo>
                  <a:lnTo>
                    <a:pt x="120000" y="0"/>
                  </a:lnTo>
                  <a:lnTo>
                    <a:pt x="120000" y="120000"/>
                  </a:lnTo>
                  <a:lnTo>
                    <a:pt x="80000" y="120000"/>
                  </a:lnTo>
                  <a:cubicBezTo>
                    <a:pt x="26600" y="120000"/>
                    <a:pt x="0" y="118723"/>
                    <a:pt x="0" y="116160"/>
                  </a:cubicBezTo>
                  <a:close/>
                </a:path>
              </a:pathLst>
            </a:custGeom>
            <a:solidFill>
              <a:srgbClr val="EE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" name="Google Shape;1691;p4"/>
            <p:cNvSpPr txBox="1"/>
            <p:nvPr/>
          </p:nvSpPr>
          <p:spPr>
            <a:xfrm>
              <a:off x="5619750" y="2571750"/>
              <a:ext cx="51912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CASCADE FRAMEWORK</a:t>
              </a:r>
              <a:endParaRPr b="1" sz="10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Stage 1: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Dedup Transient Severity Gate </a:t>
              </a: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(microseconds)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Stage 2: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Pattern Classifier Threshold </a:t>
              </a: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(microseconds)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Stage 3: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Learned Agents </a:t>
              </a:r>
              <a:r>
                <a:rPr b="1" lang="en" sz="12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(self-discovered)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</a:t>
              </a: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(microseconds)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ctr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Survivors (0.5 - 15%)</a:t>
              </a:r>
              <a:endParaRPr b="1" sz="11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ctr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Granite 8B on Xeon 6 CPU </a:t>
              </a:r>
              <a:r>
                <a:rPr b="0" lang="en" sz="1100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(sub-second)</a:t>
              </a:r>
              <a:endParaRPr b="1" sz="12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92" name="Google Shape;1692;p4"/>
          <p:cNvGrpSpPr/>
          <p:nvPr/>
        </p:nvGrpSpPr>
        <p:grpSpPr>
          <a:xfrm>
            <a:off x="8172450" y="4762500"/>
            <a:ext cx="85800" cy="285750"/>
            <a:chOff x="8172450" y="4762500"/>
            <a:chExt cx="85800" cy="285750"/>
          </a:xfrm>
        </p:grpSpPr>
        <p:cxnSp>
          <p:nvCxnSpPr>
            <p:cNvPr id="1693" name="Google Shape;1693;p4"/>
            <p:cNvCxnSpPr/>
            <p:nvPr/>
          </p:nvCxnSpPr>
          <p:spPr>
            <a:xfrm>
              <a:off x="8215313" y="4762500"/>
              <a:ext cx="0" cy="2667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D1D5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694" name="Google Shape;1694;p4"/>
            <p:cNvSpPr/>
            <p:nvPr/>
          </p:nvSpPr>
          <p:spPr>
            <a:xfrm>
              <a:off x="8172450" y="4972050"/>
              <a:ext cx="85800" cy="762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D1D5D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95" name="Google Shape;1695;p4"/>
          <p:cNvGrpSpPr/>
          <p:nvPr/>
        </p:nvGrpSpPr>
        <p:grpSpPr>
          <a:xfrm>
            <a:off x="6305550" y="5048250"/>
            <a:ext cx="3810000" cy="571500"/>
            <a:chOff x="6305550" y="5048250"/>
            <a:chExt cx="3810000" cy="571500"/>
          </a:xfrm>
        </p:grpSpPr>
        <p:sp>
          <p:nvSpPr>
            <p:cNvPr id="1696" name="Google Shape;1696;p4"/>
            <p:cNvSpPr/>
            <p:nvPr/>
          </p:nvSpPr>
          <p:spPr>
            <a:xfrm>
              <a:off x="6305550" y="5048250"/>
              <a:ext cx="38100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4"/>
            <p:cNvSpPr txBox="1"/>
            <p:nvPr/>
          </p:nvSpPr>
          <p:spPr>
            <a:xfrm>
              <a:off x="6305550" y="5048250"/>
              <a:ext cx="3810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Immutable Ledger + GCL</a:t>
              </a:r>
              <a:endParaRPr b="1"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governance (optional)</a:t>
              </a:r>
              <a:endParaRPr sz="10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p5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Benchmark Results</a:t>
            </a:r>
            <a:endParaRPr/>
          </a:p>
        </p:txBody>
      </p:sp>
      <p:sp>
        <p:nvSpPr>
          <p:cNvPr id="1703" name="Google Shape;1703;p5"/>
          <p:cNvSpPr txBox="1"/>
          <p:nvPr>
            <p:ph type="title"/>
          </p:nvPr>
        </p:nvSpPr>
        <p:spPr>
          <a:xfrm>
            <a:off x="861750" y="2361550"/>
            <a:ext cx="10468500" cy="138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Same framework. Seven domains.</a:t>
            </a:r>
            <a:endParaRPr b="1" sz="34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Zero engine changes.</a:t>
            </a:r>
            <a:endParaRPr b="1" sz="34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704" name="Google Shape;1704;p5"/>
          <p:cNvGrpSpPr/>
          <p:nvPr/>
        </p:nvGrpSpPr>
        <p:grpSpPr>
          <a:xfrm>
            <a:off x="4191000" y="3747850"/>
            <a:ext cx="3810000" cy="2095500"/>
            <a:chOff x="0" y="0"/>
            <a:chExt cx="3810000" cy="2095500"/>
          </a:xfrm>
        </p:grpSpPr>
        <p:sp>
          <p:nvSpPr>
            <p:cNvPr id="1705" name="Google Shape;1705;p5"/>
            <p:cNvSpPr/>
            <p:nvPr/>
          </p:nvSpPr>
          <p:spPr>
            <a:xfrm>
              <a:off x="0" y="0"/>
              <a:ext cx="3810000" cy="2095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5"/>
            <p:cNvSpPr txBox="1"/>
            <p:nvPr/>
          </p:nvSpPr>
          <p:spPr>
            <a:xfrm>
              <a:off x="0" y="0"/>
              <a:ext cx="38100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Cold-start numbers are the floor. The cascade learns from LLM feedback and improves daily.</a:t>
              </a:r>
              <a:endParaRPr b="1" sz="12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Precision: </a:t>
              </a:r>
              <a:r>
                <a:rPr b="1" lang="en" sz="12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100%</a:t>
              </a:r>
              <a:r>
                <a:rPr b="0" lang="en" sz="12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— all 30 sampled important signals confirmed genuinely important.</a:t>
              </a:r>
              <a:endParaRPr b="0" sz="12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0" name="Shape 1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1" name="Google Shape;1711;p6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2" name="Google Shape;1712;p6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13" name="Google Shape;1713;p6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14" name="Google Shape;1714;p6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Model Benchmarks (Xeon 6 CPU)</a:t>
            </a:r>
            <a:endParaRPr/>
          </a:p>
        </p:txBody>
      </p:sp>
      <p:sp>
        <p:nvSpPr>
          <p:cNvPr id="1715" name="Google Shape;1715;p61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716" name="Google Shape;1716;p61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717" name="Google Shape;1717;p61"/>
          <p:cNvSpPr txBox="1"/>
          <p:nvPr/>
        </p:nvSpPr>
        <p:spPr>
          <a:xfrm>
            <a:off x="762000" y="1190625"/>
            <a:ext cx="4572000" cy="47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CPU inference is fast enough when 99% of signals don't need it</a:t>
            </a:r>
            <a:endParaRPr b="1" sz="28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225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51515"/>
                </a:solidFill>
                <a:highlight>
                  <a:srgbClr val="F8F9FA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100% Deterministic</a:t>
            </a:r>
            <a:endParaRPr b="1" sz="1200">
              <a:solidFill>
                <a:srgbClr val="151515"/>
              </a:solidFill>
              <a:highlight>
                <a:srgbClr val="F8F9FA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B7280"/>
                </a:solidFill>
                <a:highlight>
                  <a:srgbClr val="F8F9FA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Same input, same output, every time at temp=0.</a:t>
            </a:r>
            <a:endParaRPr sz="1100">
              <a:solidFill>
                <a:srgbClr val="6B7280"/>
              </a:solidFill>
              <a:highlight>
                <a:srgbClr val="F8F9FA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71C5"/>
                </a:solidFill>
                <a:highlight>
                  <a:srgbClr val="F0F7FD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Prompt Tuning</a:t>
            </a:r>
            <a:endParaRPr b="1" sz="1200">
              <a:solidFill>
                <a:srgbClr val="0071C5"/>
              </a:solidFill>
              <a:highlight>
                <a:srgbClr val="F0F7FD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K8s noise rate 0.9% → 42.4% with zero false negatives.</a:t>
            </a:r>
            <a:endParaRPr sz="1100">
              <a:solidFill>
                <a:srgbClr val="6B728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Precision Audit: 100%</a:t>
            </a:r>
            <a:endParaRPr b="1" sz="1200">
              <a:solidFill>
                <a:srgbClr val="22C55E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B7280"/>
                </a:solidFill>
                <a:highlight>
                  <a:srgbClr val="F4FDF7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Every signal Granite called important WAS important.</a:t>
            </a:r>
            <a:endParaRPr sz="1100">
              <a:solidFill>
                <a:srgbClr val="6B7280"/>
              </a:solidFill>
              <a:highlight>
                <a:srgbClr val="F4FDF7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18" name="Google Shape;1718;p61"/>
          <p:cNvSpPr/>
          <p:nvPr/>
        </p:nvSpPr>
        <p:spPr>
          <a:xfrm>
            <a:off x="4735725" y="1333500"/>
            <a:ext cx="6694200" cy="4000500"/>
          </a:xfrm>
          <a:prstGeom prst="roundRect">
            <a:avLst>
              <a:gd fmla="val 1904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719" name="Google Shape;1719;p61"/>
          <p:cNvGraphicFramePr/>
          <p:nvPr/>
        </p:nvGraphicFramePr>
        <p:xfrm>
          <a:off x="4735725" y="1524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{F620A139-6616-47C7-910B-F2F33504DC0B}</a:tableStyleId>
              </a:tblPr>
              <a:tblGrid>
                <a:gridCol w="2236575"/>
                <a:gridCol w="1066800"/>
                <a:gridCol w="1033850"/>
                <a:gridCol w="1099750"/>
                <a:gridCol w="1066800"/>
              </a:tblGrid>
              <a:tr h="723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6B7280"/>
                          </a:solidFill>
                        </a:rPr>
                        <a:t>Model</a:t>
                      </a:r>
                      <a:endParaRPr b="1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6B7280"/>
                          </a:solidFill>
                        </a:rPr>
                        <a:t>Score</a:t>
                      </a:r>
                      <a:endParaRPr b="1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6B7280"/>
                          </a:solidFill>
                        </a:rPr>
                        <a:t>Latency</a:t>
                      </a:r>
                      <a:endParaRPr b="1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6B7280"/>
                          </a:solidFill>
                        </a:rPr>
                        <a:t>Dangerous</a:t>
                      </a:r>
                      <a:endParaRPr b="1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6B7280"/>
                          </a:solidFill>
                        </a:rPr>
                        <a:t>Platform</a:t>
                      </a:r>
                      <a:endParaRPr b="1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151515"/>
                          </a:solidFill>
                        </a:rPr>
                        <a:t>granite-3-2-8b-instruct</a:t>
                      </a:r>
                      <a:endParaRPr b="1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14/20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860ms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22C55E"/>
                          </a:solidFill>
                        </a:rPr>
                        <a:t>0</a:t>
                      </a:r>
                      <a:endParaRPr b="1">
                        <a:solidFill>
                          <a:srgbClr val="22C55E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6B7280"/>
                          </a:solidFill>
                        </a:rPr>
                        <a:t>racmaas CPU</a:t>
                      </a:r>
                      <a:endParaRPr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151515"/>
                          </a:solidFill>
                        </a:rPr>
                        <a:t>phi4-mini (3.8B)</a:t>
                      </a:r>
                      <a:endParaRPr b="1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14/20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734ms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22C55E"/>
                          </a:solidFill>
                        </a:rPr>
                        <a:t>0</a:t>
                      </a:r>
                      <a:endParaRPr b="1">
                        <a:solidFill>
                          <a:srgbClr val="22C55E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6B7280"/>
                          </a:solidFill>
                        </a:rPr>
                        <a:t>Oberon CPU</a:t>
                      </a:r>
                      <a:endParaRPr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151515"/>
                          </a:solidFill>
                        </a:rPr>
                        <a:t>granite-4.1-3b</a:t>
                      </a:r>
                      <a:endParaRPr b="1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14/20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888ms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EE0000"/>
                          </a:solidFill>
                        </a:rPr>
                        <a:t>3</a:t>
                      </a:r>
                      <a:endParaRPr b="1">
                        <a:solidFill>
                          <a:srgbClr val="EE000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6B7280"/>
                          </a:solidFill>
                        </a:rPr>
                        <a:t>Oberon CPU</a:t>
                      </a:r>
                      <a:endParaRPr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151515"/>
                          </a:solidFill>
                        </a:rPr>
                        <a:t>granite-2b</a:t>
                      </a:r>
                      <a:endParaRPr b="1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13/20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51515"/>
                          </a:solidFill>
                        </a:rPr>
                        <a:t>677ms</a:t>
                      </a:r>
                      <a:endParaRPr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EE0000"/>
                          </a:solidFill>
                        </a:rPr>
                        <a:t>1</a:t>
                      </a:r>
                      <a:endParaRPr b="1">
                        <a:solidFill>
                          <a:srgbClr val="EE000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6B7280"/>
                          </a:solidFill>
                        </a:rPr>
                        <a:t>racmaas CPU</a:t>
                      </a:r>
                      <a:endParaRPr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3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24" name="Google Shape;1724;p6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25" name="Google Shape;1725;p6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26" name="Google Shape;1726;p6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27" name="Google Shape;1727;p62"/>
          <p:cNvSpPr txBox="1"/>
          <p:nvPr>
            <p:ph type="title"/>
          </p:nvPr>
        </p:nvSpPr>
        <p:spPr>
          <a:xfrm>
            <a:off x="885050" y="1100347"/>
            <a:ext cx="10422000" cy="553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90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The economics change when 99% of signals don't need inference</a:t>
            </a:r>
            <a:endParaRPr b="1" sz="2590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728" name="Google Shape;1728;p62"/>
          <p:cNvGrpSpPr/>
          <p:nvPr/>
        </p:nvGrpSpPr>
        <p:grpSpPr>
          <a:xfrm>
            <a:off x="447775" y="55441"/>
            <a:ext cx="5148900" cy="816300"/>
            <a:chOff x="0" y="0"/>
            <a:chExt cx="5148900" cy="816300"/>
          </a:xfrm>
        </p:grpSpPr>
        <p:sp>
          <p:nvSpPr>
            <p:cNvPr id="1729" name="Google Shape;1729;p62"/>
            <p:cNvSpPr/>
            <p:nvPr/>
          </p:nvSpPr>
          <p:spPr>
            <a:xfrm>
              <a:off x="0" y="0"/>
              <a:ext cx="5148900" cy="81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62"/>
            <p:cNvSpPr txBox="1"/>
            <p:nvPr/>
          </p:nvSpPr>
          <p:spPr>
            <a:xfrm>
              <a:off x="0" y="0"/>
              <a:ext cx="5148900" cy="81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38875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EE0000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Total Cost of Ownership</a:t>
              </a:r>
              <a:endParaRPr b="0" sz="1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grpSp>
        <p:nvGrpSpPr>
          <p:cNvPr id="1731" name="Google Shape;1731;p62"/>
          <p:cNvGrpSpPr/>
          <p:nvPr/>
        </p:nvGrpSpPr>
        <p:grpSpPr>
          <a:xfrm>
            <a:off x="885050" y="1905000"/>
            <a:ext cx="4286400" cy="3810000"/>
            <a:chOff x="0" y="0"/>
            <a:chExt cx="4286400" cy="3810000"/>
          </a:xfrm>
        </p:grpSpPr>
        <p:sp>
          <p:nvSpPr>
            <p:cNvPr id="1732" name="Google Shape;1732;p62"/>
            <p:cNvSpPr/>
            <p:nvPr/>
          </p:nvSpPr>
          <p:spPr>
            <a:xfrm>
              <a:off x="0" y="0"/>
              <a:ext cx="4286400" cy="3810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3" name="Google Shape;1733;p62"/>
            <p:cNvSpPr txBox="1"/>
            <p:nvPr/>
          </p:nvSpPr>
          <p:spPr>
            <a:xfrm>
              <a:off x="0" y="0"/>
              <a:ext cx="4286400" cy="381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3-Year TCO — 10M signals/day</a:t>
              </a:r>
              <a:endParaRPr b="1" sz="2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One Xeon 6 server at 13% utilization runs the entire system.</a:t>
              </a:r>
              <a:endParaRPr b="1" sz="15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cascade makes CPU viable because the LLM barely runs.</a:t>
              </a:r>
              <a:endParaRPr b="0" sz="12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At 99.5% compression, 10M signals → 50K LLM calls. No GPU required.</a:t>
              </a:r>
              <a:endParaRPr b="0" sz="12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734" name="Google Shape;1734;p62"/>
          <p:cNvSpPr/>
          <p:nvPr/>
        </p:nvSpPr>
        <p:spPr>
          <a:xfrm>
            <a:off x="5524500" y="1905000"/>
            <a:ext cx="5810400" cy="1047900"/>
          </a:xfrm>
          <a:prstGeom prst="roundRect">
            <a:avLst>
              <a:gd fmla="val 7272" name="adj"/>
            </a:avLst>
          </a:prstGeom>
          <a:solidFill>
            <a:srgbClr val="F4FDF7"/>
          </a:solidFill>
          <a:ln cap="flat" cmpd="sng" w="14300">
            <a:solidFill>
              <a:srgbClr val="A7F3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5" name="Google Shape;1735;p62"/>
          <p:cNvSpPr/>
          <p:nvPr/>
        </p:nvSpPr>
        <p:spPr>
          <a:xfrm>
            <a:off x="5524500" y="1905000"/>
            <a:ext cx="58104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736" name="Google Shape;1736;p62"/>
          <p:cNvGraphicFramePr/>
          <p:nvPr/>
        </p:nvGraphicFramePr>
        <p:xfrm>
          <a:off x="5524500" y="1905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{F620A139-6616-47C7-910B-F2F33504DC0B}</a:tableStyleId>
              </a:tblPr>
              <a:tblGrid>
                <a:gridCol w="1936750"/>
                <a:gridCol w="1936750"/>
                <a:gridCol w="1936750"/>
              </a:tblGrid>
              <a:tr h="1047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rgbClr val="22C55E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Cascade on Xeon 6</a:t>
                      </a:r>
                      <a:endParaRPr b="1" sz="1800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0" marL="190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600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600">
                          <a:solidFill>
                            <a:srgbClr val="22C55E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$33K</a:t>
                      </a:r>
                      <a:endParaRPr b="1" sz="2600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200">
                          <a:solidFill>
                            <a:srgbClr val="151515"/>
                          </a:solidFill>
                          <a:latin typeface="Red Hat Display Medium"/>
                          <a:ea typeface="Red Hat Display Medium"/>
                          <a:cs typeface="Red Hat Display Medium"/>
                          <a:sym typeface="Red Hat Display Medium"/>
                        </a:rPr>
                        <a:t>16.5 CPU, 16 GB, 1200W</a:t>
                      </a:r>
                      <a:endParaRPr b="0" sz="1200">
                        <a:solidFill>
                          <a:srgbClr val="151515"/>
                        </a:solidFill>
                        <a:latin typeface="Red Hat Display Medium"/>
                        <a:ea typeface="Red Hat Display Medium"/>
                        <a:cs typeface="Red Hat Display Medium"/>
                        <a:sym typeface="Red Hat Display Medium"/>
                      </a:endParaRPr>
                    </a:p>
                  </a:txBody>
                  <a:tcPr marT="0" marB="0" marR="190500" marL="0"/>
                </a:tc>
              </a:tr>
            </a:tbl>
          </a:graphicData>
        </a:graphic>
      </p:graphicFrame>
      <p:sp>
        <p:nvSpPr>
          <p:cNvPr id="1737" name="Google Shape;1737;p62"/>
          <p:cNvSpPr/>
          <p:nvPr/>
        </p:nvSpPr>
        <p:spPr>
          <a:xfrm>
            <a:off x="5524500" y="3095625"/>
            <a:ext cx="5810400" cy="1047900"/>
          </a:xfrm>
          <a:prstGeom prst="roundRect">
            <a:avLst>
              <a:gd fmla="val 7272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8" name="Google Shape;1738;p62"/>
          <p:cNvSpPr/>
          <p:nvPr/>
        </p:nvSpPr>
        <p:spPr>
          <a:xfrm>
            <a:off x="5524500" y="3095625"/>
            <a:ext cx="58104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739" name="Google Shape;1739;p62"/>
          <p:cNvGraphicFramePr/>
          <p:nvPr/>
        </p:nvGraphicFramePr>
        <p:xfrm>
          <a:off x="5524500" y="30956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{F620A139-6616-47C7-910B-F2F33504DC0B}</a:tableStyleId>
              </a:tblPr>
              <a:tblGrid>
                <a:gridCol w="1936750"/>
                <a:gridCol w="1936750"/>
                <a:gridCol w="1936750"/>
              </a:tblGrid>
              <a:tr h="1047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GPU inference (H100)</a:t>
                      </a:r>
                      <a:endParaRPr b="1" sz="18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0" marL="190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6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600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$266K</a:t>
                      </a:r>
                      <a:endParaRPr b="1" sz="26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B5563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8 </a:t>
                      </a:r>
                      <a:r>
                        <a:rPr lang="en" sz="1200">
                          <a:solidFill>
                            <a:srgbClr val="4B5563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CPU, 80 GB, 6000W</a:t>
                      </a:r>
                      <a:endParaRPr sz="1200">
                        <a:solidFill>
                          <a:srgbClr val="4B5563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190500" marL="0"/>
                </a:tc>
              </a:tr>
            </a:tbl>
          </a:graphicData>
        </a:graphic>
      </p:graphicFrame>
      <p:sp>
        <p:nvSpPr>
          <p:cNvPr id="1740" name="Google Shape;1740;p62"/>
          <p:cNvSpPr/>
          <p:nvPr/>
        </p:nvSpPr>
        <p:spPr>
          <a:xfrm>
            <a:off x="5524500" y="4286250"/>
            <a:ext cx="5810400" cy="1047900"/>
          </a:xfrm>
          <a:prstGeom prst="roundRect">
            <a:avLst>
              <a:gd fmla="val 7272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1" name="Google Shape;1741;p62"/>
          <p:cNvSpPr/>
          <p:nvPr/>
        </p:nvSpPr>
        <p:spPr>
          <a:xfrm>
            <a:off x="5524500" y="4286250"/>
            <a:ext cx="58104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742" name="Google Shape;1742;p62"/>
          <p:cNvGraphicFramePr/>
          <p:nvPr/>
        </p:nvGraphicFramePr>
        <p:xfrm>
          <a:off x="5524500" y="4286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{F620A139-6616-47C7-910B-F2F33504DC0B}</a:tableStyleId>
              </a:tblPr>
              <a:tblGrid>
                <a:gridCol w="1936750"/>
                <a:gridCol w="1936750"/>
                <a:gridCol w="1936750"/>
              </a:tblGrid>
              <a:tr h="1047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8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Cloud API</a:t>
                      </a:r>
                      <a:endParaRPr b="1" sz="18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0" marL="190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6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2600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$540K</a:t>
                      </a:r>
                      <a:endParaRPr b="1" sz="2600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4B5563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$15K/month</a:t>
                      </a:r>
                      <a:endParaRPr sz="1200">
                        <a:solidFill>
                          <a:srgbClr val="4B5563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190500" marL="0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6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p6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438875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How It Works</a:t>
            </a:r>
            <a:endParaRPr b="0" i="0" sz="1000">
              <a:solidFill>
                <a:srgbClr val="EE0000"/>
              </a:solidFill>
              <a:latin typeface="Red Hat Display Medium"/>
              <a:ea typeface="Red Hat Display Medium"/>
              <a:cs typeface="Red Hat Display Medium"/>
              <a:sym typeface="Red Hat Display Medium"/>
            </a:endParaRPr>
          </a:p>
        </p:txBody>
      </p:sp>
      <p:sp>
        <p:nvSpPr>
          <p:cNvPr id="1748" name="Google Shape;1748;p63"/>
          <p:cNvSpPr txBox="1"/>
          <p:nvPr>
            <p:ph type="title"/>
          </p:nvPr>
        </p:nvSpPr>
        <p:spPr>
          <a:xfrm>
            <a:off x="888850" y="1111772"/>
            <a:ext cx="10422000" cy="553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Collector + Prompt + Data. That's a </a:t>
            </a:r>
            <a:r>
              <a:rPr b="1" lang="en" sz="26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domain pack.</a:t>
            </a:r>
            <a:endParaRPr b="1" sz="2600">
              <a:solidFill>
                <a:srgbClr val="151515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749" name="Google Shape;1749;p63"/>
          <p:cNvGrpSpPr/>
          <p:nvPr/>
        </p:nvGrpSpPr>
        <p:grpSpPr>
          <a:xfrm>
            <a:off x="884873" y="1827625"/>
            <a:ext cx="3286203" cy="4125575"/>
            <a:chOff x="0" y="-77375"/>
            <a:chExt cx="3286203" cy="4125575"/>
          </a:xfrm>
        </p:grpSpPr>
        <p:sp>
          <p:nvSpPr>
            <p:cNvPr id="1750" name="Google Shape;1750;p63"/>
            <p:cNvSpPr/>
            <p:nvPr/>
          </p:nvSpPr>
          <p:spPr>
            <a:xfrm>
              <a:off x="0" y="0"/>
              <a:ext cx="3286200" cy="4048200"/>
            </a:xfrm>
            <a:prstGeom prst="roundRect">
              <a:avLst>
                <a:gd fmla="val 2318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1" name="Google Shape;1751;p63"/>
            <p:cNvSpPr txBox="1"/>
            <p:nvPr/>
          </p:nvSpPr>
          <p:spPr>
            <a:xfrm>
              <a:off x="3" y="-77375"/>
              <a:ext cx="3286200" cy="304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Three things per domain:</a:t>
              </a:r>
              <a:endParaRPr b="1" sz="15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1. Collector</a:t>
              </a:r>
              <a:endParaRPr b="1" sz="12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Reads your data source</a:t>
              </a:r>
              <a:endParaRPr b="0" sz="11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2. Prompt</a:t>
              </a:r>
              <a:endParaRPr b="1" sz="12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One paragraph. Four buckets.</a:t>
              </a:r>
              <a:endParaRPr b="0" sz="11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3. Historical data</a:t>
              </a:r>
              <a:endParaRPr b="1" sz="12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Replay to bootstrap. Smart on day one.</a:t>
              </a:r>
              <a:endParaRPr b="0" sz="11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• No framework changes.</a:t>
              </a:r>
              <a:endParaRPr b="1" sz="11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• No rules to write.</a:t>
              </a:r>
              <a:endParaRPr b="1" sz="11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• No GPU to buy.</a:t>
              </a:r>
              <a:endParaRPr b="1" sz="11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52" name="Google Shape;1752;p63"/>
          <p:cNvGrpSpPr/>
          <p:nvPr/>
        </p:nvGrpSpPr>
        <p:grpSpPr>
          <a:xfrm>
            <a:off x="4456747" y="1905000"/>
            <a:ext cx="3286200" cy="4048200"/>
            <a:chOff x="0" y="0"/>
            <a:chExt cx="3286200" cy="4048200"/>
          </a:xfrm>
        </p:grpSpPr>
        <p:sp>
          <p:nvSpPr>
            <p:cNvPr id="1753" name="Google Shape;1753;p63"/>
            <p:cNvSpPr/>
            <p:nvPr/>
          </p:nvSpPr>
          <p:spPr>
            <a:xfrm>
              <a:off x="0" y="0"/>
              <a:ext cx="3286200" cy="4048200"/>
            </a:xfrm>
            <a:prstGeom prst="roundRect">
              <a:avLst>
                <a:gd fmla="val 2318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4" name="Google Shape;1754;p63"/>
            <p:cNvSpPr txBox="1"/>
            <p:nvPr/>
          </p:nvSpPr>
          <p:spPr>
            <a:xfrm>
              <a:off x="0" y="0"/>
              <a:ext cx="3286200" cy="404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Live AAP timeline:</a:t>
              </a:r>
              <a:endParaRPr b="1" sz="15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8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T+0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Zero agents. All to LLM.</a:t>
              </a:r>
              <a:endParaRPr b="0" sz="11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T+5min</a:t>
              </a:r>
              <a:endParaRPr b="1" sz="11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92% dominant type detected.</a:t>
              </a:r>
              <a:endParaRPr b="0" sz="11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T+15min</a:t>
              </a:r>
              <a:endParaRPr b="1" sz="1100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15803D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Agent promoted. Activated.</a:t>
              </a:r>
              <a:endParaRPr b="0" sz="1100">
                <a:solidFill>
                  <a:srgbClr val="15803D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T+60min</a:t>
              </a:r>
              <a:endParaRPr b="1" sz="1100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5803D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5 agents. 96% compression.</a:t>
              </a:r>
              <a:endParaRPr b="1" sz="1100">
                <a:solidFill>
                  <a:srgbClr val="15803D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55" name="Google Shape;1755;p63"/>
          <p:cNvGrpSpPr/>
          <p:nvPr/>
        </p:nvGrpSpPr>
        <p:grpSpPr>
          <a:xfrm>
            <a:off x="8028623" y="1905000"/>
            <a:ext cx="3286200" cy="4048200"/>
            <a:chOff x="0" y="0"/>
            <a:chExt cx="3286200" cy="4048200"/>
          </a:xfrm>
        </p:grpSpPr>
        <p:sp>
          <p:nvSpPr>
            <p:cNvPr id="1756" name="Google Shape;1756;p63"/>
            <p:cNvSpPr/>
            <p:nvPr/>
          </p:nvSpPr>
          <p:spPr>
            <a:xfrm>
              <a:off x="0" y="0"/>
              <a:ext cx="3286200" cy="4048200"/>
            </a:xfrm>
            <a:prstGeom prst="roundRect">
              <a:avLst>
                <a:gd fmla="val 2318" name="adj"/>
              </a:avLst>
            </a:prstGeom>
            <a:solidFill>
              <a:srgbClr val="F4FDF7"/>
            </a:solidFill>
            <a:ln cap="flat" cmpd="sng" w="1430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7" name="Google Shape;1757;p63"/>
            <p:cNvSpPr txBox="1"/>
            <p:nvPr/>
          </p:nvSpPr>
          <p:spPr>
            <a:xfrm>
              <a:off x="0" y="0"/>
              <a:ext cx="3286200" cy="404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Live K8s over 24 hours:</a:t>
              </a:r>
              <a:endParaRPr b="1" sz="15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18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68.7M</a:t>
              </a:r>
              <a:endParaRPr b="1" sz="2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signals processed</a:t>
              </a:r>
              <a:endParaRPr b="0" sz="11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23</a:t>
              </a:r>
              <a:endParaRPr b="1" sz="20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agents self-discovered</a:t>
              </a:r>
              <a:endParaRPr b="0" sz="11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B5563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• 37 total, all green on rubric</a:t>
              </a:r>
              <a:endParaRPr b="0" sz="1200">
                <a:solidFill>
                  <a:srgbClr val="4B5563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99.5% </a:t>
              </a:r>
              <a:r>
                <a:rPr b="0" lang="en" sz="1100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compression</a:t>
              </a:r>
              <a:endParaRPr b="1" sz="1400">
                <a:solidFill>
                  <a:srgbClr val="065F46"/>
                </a:solidFill>
                <a:highlight>
                  <a:srgbClr val="D1FAE5"/>
                </a:highlight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0 </a:t>
              </a:r>
              <a:r>
                <a:rPr b="0" lang="en" sz="1100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false negatives</a:t>
              </a:r>
              <a:endParaRPr b="1" sz="1100">
                <a:solidFill>
                  <a:srgbClr val="065F46"/>
                </a:solidFill>
                <a:highlight>
                  <a:srgbClr val="D1FAE5"/>
                </a:highlight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1" name="Shape 1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2" name="Google Shape;1762;p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63" name="Google Shape;1763;p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64" name="Google Shape;1764;p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65" name="Google Shape;1765;p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Governance (Regulated Industries)</a:t>
            </a:r>
            <a:endParaRPr/>
          </a:p>
        </p:txBody>
      </p:sp>
      <p:sp>
        <p:nvSpPr>
          <p:cNvPr id="1766" name="Google Shape;1766;p6"/>
          <p:cNvSpPr txBox="1"/>
          <p:nvPr/>
        </p:nvSpPr>
        <p:spPr>
          <a:xfrm>
            <a:off x="885050" y="1524000"/>
            <a:ext cx="41910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Three systems.</a:t>
            </a:r>
            <a:endParaRPr b="1" sz="38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Nobody grades themselves.</a:t>
            </a:r>
            <a:endParaRPr b="1" sz="3800">
              <a:solidFill>
                <a:srgbClr val="151515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67" name="Google Shape;1767;p6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grpSp>
        <p:nvGrpSpPr>
          <p:cNvPr id="1768" name="Google Shape;1768;p6"/>
          <p:cNvGrpSpPr/>
          <p:nvPr/>
        </p:nvGrpSpPr>
        <p:grpSpPr>
          <a:xfrm>
            <a:off x="885050" y="4000500"/>
            <a:ext cx="4191000" cy="1428900"/>
            <a:chOff x="0" y="0"/>
            <a:chExt cx="4191000" cy="1428900"/>
          </a:xfrm>
        </p:grpSpPr>
        <p:sp>
          <p:nvSpPr>
            <p:cNvPr id="1769" name="Google Shape;1769;p6"/>
            <p:cNvSpPr/>
            <p:nvPr/>
          </p:nvSpPr>
          <p:spPr>
            <a:xfrm>
              <a:off x="0" y="0"/>
              <a:ext cx="4191000" cy="1428900"/>
            </a:xfrm>
            <a:prstGeom prst="roundRect">
              <a:avLst>
                <a:gd fmla="val 5333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0" name="Google Shape;1770;p6"/>
            <p:cNvSpPr txBox="1"/>
            <p:nvPr/>
          </p:nvSpPr>
          <p:spPr>
            <a:xfrm>
              <a:off x="0" y="0"/>
              <a:ext cx="4191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System Overhead</a:t>
              </a:r>
              <a:endParaRPr b="1" sz="11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+3.5 CPU / +2.8 GB</a:t>
              </a:r>
              <a:endParaRPr b="1" sz="24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(27% allocation for full auditability)</a:t>
              </a:r>
              <a:endParaRPr b="0" sz="1200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sp>
        <p:nvSpPr>
          <p:cNvPr id="1771" name="Google Shape;1771;p6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grpSp>
        <p:nvGrpSpPr>
          <p:cNvPr id="1772" name="Google Shape;1772;p6"/>
          <p:cNvGrpSpPr/>
          <p:nvPr/>
        </p:nvGrpSpPr>
        <p:grpSpPr>
          <a:xfrm>
            <a:off x="5524500" y="1524000"/>
            <a:ext cx="5715000" cy="1047900"/>
            <a:chOff x="0" y="0"/>
            <a:chExt cx="5715000" cy="1047900"/>
          </a:xfrm>
        </p:grpSpPr>
        <p:sp>
          <p:nvSpPr>
            <p:cNvPr id="1773" name="Google Shape;1773;p6"/>
            <p:cNvSpPr/>
            <p:nvPr/>
          </p:nvSpPr>
          <p:spPr>
            <a:xfrm>
              <a:off x="0" y="0"/>
              <a:ext cx="5715000" cy="1047900"/>
            </a:xfrm>
            <a:prstGeom prst="roundRect">
              <a:avLst>
                <a:gd fmla="val 7272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" name="Google Shape;1774;p6"/>
            <p:cNvSpPr txBox="1"/>
            <p:nvPr/>
          </p:nvSpPr>
          <p:spPr>
            <a:xfrm>
              <a:off x="0" y="0"/>
              <a:ext cx="5715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01 </a:t>
              </a:r>
              <a:r>
                <a:rPr b="1" lang="en" sz="16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Cascade decides</a:t>
              </a:r>
              <a:endParaRPr b="1" sz="1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Primary decision engine compresses and routes signals dynamically.</a:t>
              </a:r>
              <a:endParaRPr b="0" sz="12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75" name="Google Shape;1775;p6"/>
          <p:cNvGrpSpPr/>
          <p:nvPr/>
        </p:nvGrpSpPr>
        <p:grpSpPr>
          <a:xfrm>
            <a:off x="5524500" y="2762250"/>
            <a:ext cx="5715000" cy="1238400"/>
            <a:chOff x="0" y="0"/>
            <a:chExt cx="5715000" cy="1238400"/>
          </a:xfrm>
        </p:grpSpPr>
        <p:sp>
          <p:nvSpPr>
            <p:cNvPr id="1776" name="Google Shape;1776;p6"/>
            <p:cNvSpPr/>
            <p:nvPr/>
          </p:nvSpPr>
          <p:spPr>
            <a:xfrm>
              <a:off x="0" y="0"/>
              <a:ext cx="5715000" cy="1238400"/>
            </a:xfrm>
            <a:prstGeom prst="roundRect">
              <a:avLst>
                <a:gd fmla="val 6153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" name="Google Shape;1777;p6"/>
            <p:cNvSpPr txBox="1"/>
            <p:nvPr/>
          </p:nvSpPr>
          <p:spPr>
            <a:xfrm>
              <a:off x="0" y="0"/>
              <a:ext cx="5715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02 </a:t>
              </a:r>
              <a:r>
                <a:rPr b="1" lang="en" sz="16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Ledger records (Immutable Ledger)</a:t>
              </a:r>
              <a:endParaRPr b="1" sz="1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Every decision hash-chained. Append-only architecture with absolute historical locking. No UPDATE, no DELETE.</a:t>
              </a:r>
              <a:endParaRPr b="0" sz="12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78" name="Google Shape;1778;p6"/>
          <p:cNvGrpSpPr/>
          <p:nvPr/>
        </p:nvGrpSpPr>
        <p:grpSpPr>
          <a:xfrm>
            <a:off x="5524500" y="4191000"/>
            <a:ext cx="5715000" cy="1238400"/>
            <a:chOff x="0" y="0"/>
            <a:chExt cx="5715000" cy="1238400"/>
          </a:xfrm>
        </p:grpSpPr>
        <p:sp>
          <p:nvSpPr>
            <p:cNvPr id="1779" name="Google Shape;1779;p6"/>
            <p:cNvSpPr/>
            <p:nvPr/>
          </p:nvSpPr>
          <p:spPr>
            <a:xfrm>
              <a:off x="0" y="0"/>
              <a:ext cx="5715000" cy="1238400"/>
            </a:xfrm>
            <a:prstGeom prst="roundRect">
              <a:avLst>
                <a:gd fmla="val 6153" name="adj"/>
              </a:avLst>
            </a:prstGeom>
            <a:solidFill>
              <a:srgbClr val="F4FDF7"/>
            </a:solidFill>
            <a:ln cap="flat" cmpd="sng" w="1430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" name="Google Shape;1780;p6"/>
            <p:cNvSpPr txBox="1"/>
            <p:nvPr/>
          </p:nvSpPr>
          <p:spPr>
            <a:xfrm>
              <a:off x="0" y="0"/>
              <a:ext cx="5715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6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03 </a:t>
              </a:r>
              <a:r>
                <a:rPr b="1" lang="en" sz="16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GCL audits (Governed Cognitive Loop)</a:t>
              </a:r>
              <a:endParaRPr b="1" sz="1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15803D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Independent validation system samples drops and actively attempts to falsify results using its own dedicated LLM.</a:t>
              </a:r>
              <a:endParaRPr b="0" sz="1200">
                <a:solidFill>
                  <a:srgbClr val="15803D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5" name="Google Shape;1785;p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6" name="Google Shape;1786;p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87" name="Google Shape;1787;p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8" name="Google Shape;1788;p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Get Started</a:t>
            </a:r>
            <a:endParaRPr/>
          </a:p>
        </p:txBody>
      </p:sp>
      <p:grpSp>
        <p:nvGrpSpPr>
          <p:cNvPr id="1789" name="Google Shape;1789;p8"/>
          <p:cNvGrpSpPr/>
          <p:nvPr/>
        </p:nvGrpSpPr>
        <p:grpSpPr>
          <a:xfrm>
            <a:off x="884872" y="1000125"/>
            <a:ext cx="10420500" cy="762000"/>
            <a:chOff x="0" y="0"/>
            <a:chExt cx="10420500" cy="762000"/>
          </a:xfrm>
        </p:grpSpPr>
        <p:sp>
          <p:nvSpPr>
            <p:cNvPr id="1790" name="Google Shape;1790;p8"/>
            <p:cNvSpPr/>
            <p:nvPr/>
          </p:nvSpPr>
          <p:spPr>
            <a:xfrm>
              <a:off x="0" y="0"/>
              <a:ext cx="104205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1" name="Google Shape;1791;p8"/>
            <p:cNvSpPr txBox="1"/>
            <p:nvPr/>
          </p:nvSpPr>
          <p:spPr>
            <a:xfrm>
              <a:off x="0" y="0"/>
              <a:ext cx="10420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800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From this deck to production on your infrastructure</a:t>
              </a:r>
              <a:endParaRPr b="1"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92" name="Google Shape;1792;p8"/>
          <p:cNvGrpSpPr/>
          <p:nvPr/>
        </p:nvGrpSpPr>
        <p:grpSpPr>
          <a:xfrm>
            <a:off x="884872" y="1857375"/>
            <a:ext cx="10422300" cy="1095300"/>
            <a:chOff x="0" y="0"/>
            <a:chExt cx="10422300" cy="1095300"/>
          </a:xfrm>
        </p:grpSpPr>
        <p:sp>
          <p:nvSpPr>
            <p:cNvPr id="1793" name="Google Shape;1793;p8"/>
            <p:cNvSpPr/>
            <p:nvPr/>
          </p:nvSpPr>
          <p:spPr>
            <a:xfrm>
              <a:off x="0" y="0"/>
              <a:ext cx="10422300" cy="1095300"/>
            </a:xfrm>
            <a:prstGeom prst="roundRect">
              <a:avLst>
                <a:gd fmla="val 6956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4" name="Google Shape;1794;p8"/>
            <p:cNvSpPr txBox="1"/>
            <p:nvPr/>
          </p:nvSpPr>
          <p:spPr>
            <a:xfrm>
              <a:off x="0" y="0"/>
              <a:ext cx="104223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28600" spcFirstLastPara="1" rIns="22860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Quick Start</a:t>
              </a:r>
              <a:endParaRPr b="1" sz="1000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151515"/>
                  </a:solidFill>
                  <a:latin typeface="Arial"/>
                  <a:ea typeface="Arial"/>
                  <a:cs typeface="Arial"/>
                  <a:sym typeface="Arial"/>
                </a:rPr>
                <a:t>pip install cascade-compression</a:t>
              </a:r>
              <a:endParaRPr b="1" sz="1500">
                <a:solidFill>
                  <a:srgbClr val="15151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cascade-run --domain finance --llm-url https://your-llm/v1</a:t>
              </a:r>
              <a:endParaRPr b="0" sz="13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5" name="Google Shape;1795;p8"/>
          <p:cNvGrpSpPr/>
          <p:nvPr/>
        </p:nvGrpSpPr>
        <p:grpSpPr>
          <a:xfrm>
            <a:off x="884872" y="3143250"/>
            <a:ext cx="5067300" cy="2667000"/>
            <a:chOff x="0" y="0"/>
            <a:chExt cx="5067300" cy="2667000"/>
          </a:xfrm>
        </p:grpSpPr>
        <p:sp>
          <p:nvSpPr>
            <p:cNvPr id="1796" name="Google Shape;1796;p8"/>
            <p:cNvSpPr/>
            <p:nvPr/>
          </p:nvSpPr>
          <p:spPr>
            <a:xfrm>
              <a:off x="0" y="0"/>
              <a:ext cx="5067300" cy="2667000"/>
            </a:xfrm>
            <a:prstGeom prst="roundRect">
              <a:avLst>
                <a:gd fmla="val 2857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7" name="Google Shape;1797;p8"/>
            <p:cNvSpPr txBox="1"/>
            <p:nvPr/>
          </p:nvSpPr>
          <p:spPr>
            <a:xfrm>
              <a:off x="0" y="0"/>
              <a:ext cx="50673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What you need:</a:t>
              </a:r>
              <a:endParaRPr b="1" sz="1800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Intel Xeon 6 server ($30K)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+ IBM Granite 8B via llama.cpp (no GPU)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lang="en" sz="1200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Your data source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+ a one-paragraph prompt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98" name="Google Shape;1798;p8"/>
          <p:cNvGrpSpPr/>
          <p:nvPr/>
        </p:nvGrpSpPr>
        <p:grpSpPr>
          <a:xfrm>
            <a:off x="6239827" y="3143250"/>
            <a:ext cx="5067300" cy="2667000"/>
            <a:chOff x="0" y="0"/>
            <a:chExt cx="5067300" cy="2667000"/>
          </a:xfrm>
        </p:grpSpPr>
        <p:sp>
          <p:nvSpPr>
            <p:cNvPr id="1799" name="Google Shape;1799;p8"/>
            <p:cNvSpPr/>
            <p:nvPr/>
          </p:nvSpPr>
          <p:spPr>
            <a:xfrm>
              <a:off x="0" y="0"/>
              <a:ext cx="5067300" cy="2667000"/>
            </a:xfrm>
            <a:prstGeom prst="roundRect">
              <a:avLst>
                <a:gd fmla="val 2857" name="adj"/>
              </a:avLst>
            </a:prstGeom>
            <a:solidFill>
              <a:srgbClr val="F4FDF7"/>
            </a:solidFill>
            <a:ln cap="flat" cmpd="sng" w="1430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0" name="Google Shape;1800;p8"/>
            <p:cNvSpPr txBox="1"/>
            <p:nvPr/>
          </p:nvSpPr>
          <p:spPr>
            <a:xfrm>
              <a:off x="0" y="0"/>
              <a:ext cx="50673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065F46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What you get:</a:t>
              </a:r>
              <a:endParaRPr b="1" sz="1800">
                <a:solidFill>
                  <a:srgbClr val="065F46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lang="en" sz="12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99.5% compression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proven on 68.7M live signals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lang="en" sz="12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 dangerous misses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across 7 domains, 6 models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lang="en" sz="12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100% precision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on independent audit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lang="en" sz="1200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$33K 3-year TCO</a:t>
              </a:r>
              <a:r>
                <a:rPr lang="en" sz="1200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vs $540K cloud API</a:t>
              </a:r>
              <a:endParaRPr sz="12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4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5" name="Google Shape;1805;g3f699196abe_36_13086" title="Logo-Red_Hat-Intel-A-Standard-RGB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90191" y="1418526"/>
            <a:ext cx="2149350" cy="295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06" name="Google Shape;1806;g3f699196abe_36_13086"/>
          <p:cNvCxnSpPr/>
          <p:nvPr/>
        </p:nvCxnSpPr>
        <p:spPr>
          <a:xfrm rot="10800000">
            <a:off x="447775" y="99"/>
            <a:ext cx="0" cy="88650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7" name="Google Shape;1807;g3f699196abe_36_130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8" name="Google Shape;1808;g3f699196abe_36_13086"/>
          <p:cNvSpPr txBox="1"/>
          <p:nvPr/>
        </p:nvSpPr>
        <p:spPr>
          <a:xfrm>
            <a:off x="952500" y="1714500"/>
            <a:ext cx="5334000" cy="3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4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Cascade Compression</a:t>
            </a:r>
            <a:endParaRPr b="1" sz="54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spcBef>
                <a:spcPts val="2250"/>
              </a:spcBef>
              <a:spcAft>
                <a:spcPts val="0"/>
              </a:spcAft>
              <a:buNone/>
            </a:pPr>
            <a:r>
              <a:rPr b="0" lang="en" sz="18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Bring your data.</a:t>
            </a:r>
            <a:br>
              <a:rPr b="0" lang="en" sz="18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rPr>
            </a:br>
            <a:r>
              <a:rPr b="0" lang="en" sz="18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See the compression in real time.</a:t>
            </a:r>
            <a:endParaRPr b="0" sz="1800">
              <a:solidFill>
                <a:srgbClr val="4B5563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09" name="Google Shape;1809;g3f699196abe_36_13086"/>
          <p:cNvSpPr/>
          <p:nvPr/>
        </p:nvSpPr>
        <p:spPr>
          <a:xfrm>
            <a:off x="6858000" y="1714500"/>
            <a:ext cx="4381500" cy="2857500"/>
          </a:xfrm>
          <a:prstGeom prst="roundRect">
            <a:avLst>
              <a:gd fmla="val 2666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10" name="Google Shape;1810;g3f699196abe_36_1308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0" y="21145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1" name="Google Shape;1811;g3f699196abe_36_13086"/>
          <p:cNvGrpSpPr/>
          <p:nvPr/>
        </p:nvGrpSpPr>
        <p:grpSpPr>
          <a:xfrm>
            <a:off x="7524750" y="2085975"/>
            <a:ext cx="3429000" cy="285900"/>
            <a:chOff x="0" y="0"/>
            <a:chExt cx="3429000" cy="285900"/>
          </a:xfrm>
        </p:grpSpPr>
        <p:sp>
          <p:nvSpPr>
            <p:cNvPr id="1812" name="Google Shape;1812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3" name="Google Shape;1813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linkedin.com/company/red-hat</a:t>
              </a:r>
              <a:endParaRPr b="0" sz="1200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pic>
        <p:nvPicPr>
          <p:cNvPr id="1814" name="Google Shape;1814;g3f699196abe_36_1308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143750" y="26860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5" name="Google Shape;1815;g3f699196abe_36_13086"/>
          <p:cNvGrpSpPr/>
          <p:nvPr/>
        </p:nvGrpSpPr>
        <p:grpSpPr>
          <a:xfrm>
            <a:off x="7524750" y="2657475"/>
            <a:ext cx="3429000" cy="285900"/>
            <a:chOff x="0" y="0"/>
            <a:chExt cx="3429000" cy="285900"/>
          </a:xfrm>
        </p:grpSpPr>
        <p:sp>
          <p:nvSpPr>
            <p:cNvPr id="1816" name="Google Shape;1816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7" name="Google Shape;1817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youtube.com/user/RedHatVideos</a:t>
              </a:r>
              <a:endParaRPr b="0" sz="1200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pic>
        <p:nvPicPr>
          <p:cNvPr id="1818" name="Google Shape;1818;g3f699196abe_36_1308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143750" y="32575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9" name="Google Shape;1819;g3f699196abe_36_13086"/>
          <p:cNvGrpSpPr/>
          <p:nvPr/>
        </p:nvGrpSpPr>
        <p:grpSpPr>
          <a:xfrm>
            <a:off x="7524750" y="3228975"/>
            <a:ext cx="3429000" cy="285900"/>
            <a:chOff x="0" y="0"/>
            <a:chExt cx="3429000" cy="285900"/>
          </a:xfrm>
        </p:grpSpPr>
        <p:sp>
          <p:nvSpPr>
            <p:cNvPr id="1820" name="Google Shape;1820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1" name="Google Shape;1821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151515"/>
                  </a:solidFill>
                  <a:latin typeface="Red Hat Text Medium"/>
                  <a:ea typeface="Red Hat Text Medium"/>
                  <a:cs typeface="Red Hat Text Medium"/>
                  <a:sym typeface="Red Hat Text Medium"/>
                </a:rPr>
                <a:t>facebook.com/redhatinc</a:t>
              </a:r>
              <a:endParaRPr b="0" sz="1200">
                <a:solidFill>
                  <a:srgbClr val="151515"/>
                </a:solidFill>
                <a:latin typeface="Red Hat Text Medium"/>
                <a:ea typeface="Red Hat Text Medium"/>
                <a:cs typeface="Red Hat Text Medium"/>
                <a:sym typeface="Red Hat Text Medium"/>
              </a:endParaRPr>
            </a:p>
          </p:txBody>
        </p:sp>
      </p:grpSp>
      <p:pic>
        <p:nvPicPr>
          <p:cNvPr id="1822" name="Google Shape;1822;g3f699196abe_36_1308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143750" y="38290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23" name="Google Shape;1823;g3f699196abe_36_13086"/>
          <p:cNvGrpSpPr/>
          <p:nvPr/>
        </p:nvGrpSpPr>
        <p:grpSpPr>
          <a:xfrm>
            <a:off x="7524750" y="3800475"/>
            <a:ext cx="3429000" cy="285900"/>
            <a:chOff x="0" y="0"/>
            <a:chExt cx="3429000" cy="285900"/>
          </a:xfrm>
        </p:grpSpPr>
        <p:sp>
          <p:nvSpPr>
            <p:cNvPr id="1824" name="Google Shape;1824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5" name="Google Shape;1825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twitter.com/RedHat</a:t>
              </a:r>
              <a:endParaRPr b="0" sz="1200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ed Hat - Light">
  <a:themeElements>
    <a:clrScheme name="Simple Light">
      <a:dk1>
        <a:srgbClr val="151515"/>
      </a:dk1>
      <a:lt1>
        <a:srgbClr val="FFFFFF"/>
      </a:lt1>
      <a:dk2>
        <a:srgbClr val="5F0000"/>
      </a:dk2>
      <a:lt2>
        <a:srgbClr val="A60000"/>
      </a:lt2>
      <a:accent1>
        <a:srgbClr val="EE0000"/>
      </a:accent1>
      <a:accent2>
        <a:srgbClr val="F56E6E"/>
      </a:accent2>
      <a:accent3>
        <a:srgbClr val="F9A8A8"/>
      </a:accent3>
      <a:accent4>
        <a:srgbClr val="F2F2F2"/>
      </a:accent4>
      <a:accent5>
        <a:srgbClr val="63993D"/>
      </a:accent5>
      <a:accent6>
        <a:srgbClr val="F0561D"/>
      </a:accent6>
      <a:hlink>
        <a:srgbClr val="0066C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d Hat - Light">
  <a:themeElements>
    <a:clrScheme name="Simple Light">
      <a:dk1>
        <a:srgbClr val="151515"/>
      </a:dk1>
      <a:lt1>
        <a:srgbClr val="FFFFFF"/>
      </a:lt1>
      <a:dk2>
        <a:srgbClr val="5F0000"/>
      </a:dk2>
      <a:lt2>
        <a:srgbClr val="A60000"/>
      </a:lt2>
      <a:accent1>
        <a:srgbClr val="EE0000"/>
      </a:accent1>
      <a:accent2>
        <a:srgbClr val="F56E6E"/>
      </a:accent2>
      <a:accent3>
        <a:srgbClr val="F9A8A8"/>
      </a:accent3>
      <a:accent4>
        <a:srgbClr val="F2F2F2"/>
      </a:accent4>
      <a:accent5>
        <a:srgbClr val="63993D"/>
      </a:accent5>
      <a:accent6>
        <a:srgbClr val="F0561D"/>
      </a:accent6>
      <a:hlink>
        <a:srgbClr val="0066C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