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  <p:sldMasterId id="2147483703" r:id="rId6"/>
  </p:sldMasterIdLst>
  <p:notesMasterIdLst>
    <p:notesMasterId r:id="rId7"/>
  </p:notesMasterIdLst>
  <p:sldIdLst>
    <p:sldId id="256" r:id="rId18"/>
    <p:sldId id="257" r:id="rId17"/>
    <p:sldId id="258" r:id="rId16"/>
    <p:sldId id="259" r:id="rId15"/>
    <p:sldId id="260" r:id="rId14"/>
    <p:sldId id="261" r:id="rId13"/>
    <p:sldId id="262" r:id="rId12"/>
    <p:sldId id="263" r:id="rId11"/>
    <p:sldId id="264" r:id="rId10"/>
    <p:sldId id="265" r:id="rId9"/>
    <p:sldId id="266" r:id="rId8"/>
  </p:sldIdLst>
  <p:sldSz cy="6858000" cx="12192000"/>
  <p:notesSz cx="6858000" cy="9144000"/>
  <p:embeddedFontLst>
    <p:embeddedFont>
      <p:font typeface="Red Hat Text Medium"/>
      <p:regular r:id="rId19"/>
      <p:bold r:id="rId20"/>
      <p:italic r:id="rId21"/>
      <p:boldItalic r:id="rId22"/>
    </p:embeddedFont>
    <p:embeddedFont>
      <p:font typeface="Red Hat Display Medium"/>
      <p:regular r:id="rId23"/>
      <p:bold r:id="rId24"/>
      <p:italic r:id="rId25"/>
      <p:boldItalic r:id="rId26"/>
    </p:embeddedFont>
    <p:embeddedFont>
      <p:font typeface="Red Hat Display"/>
      <p:regular r:id="rId27"/>
      <p:bold r:id="rId28"/>
      <p:italic r:id="rId29"/>
      <p:boldItalic r:id="rId30"/>
    </p:embeddedFont>
    <p:embeddedFont>
      <p:font typeface="Red Hat Text"/>
      <p:regular r:id="rId31"/>
      <p:bold r:id="rId32"/>
      <p:italic r:id="rId33"/>
      <p:boldItalic r:id="rId34"/>
    </p:embeddedFont>
    <p:embeddedFont>
      <p:font typeface="Red Hat Display ExtraBold"/>
      <p:bold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558">
          <p15:clr>
            <a:srgbClr val="9AA0A6"/>
          </p15:clr>
        </p15:guide>
      </p15:sldGuideLst>
    </p:ext>
    <p:ext uri="GoogleSlidesCustomDataVersion2">
      <go:slidesCustomData xmlns:go="http://customooxmlschemas.google.com/" r:id="rId37" roundtripDataSignature="AMtx7milBKMf3C0dfvPuhIr4RHpHwHvg4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7563CD-1CAD-44AA-9361-4EABF1BC4C98}">
  <a:tblStyle styleId="{657563CD-1CAD-44AA-9361-4EABF1BC4C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558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2.xml"/><Relationship Id="rId18" Type="http://schemas.openxmlformats.org/officeDocument/2006/relationships/slide" Target="slides/slide1.xml"/><Relationship Id="rId19" Type="http://schemas.openxmlformats.org/officeDocument/2006/relationships/font" Target="fonts/RedHatTextMedium-regular.fntdata"/><Relationship Id="rId20" Type="http://schemas.openxmlformats.org/officeDocument/2006/relationships/font" Target="fonts/RedHatTextMedium-bold.fntdata"/><Relationship Id="rId21" Type="http://schemas.openxmlformats.org/officeDocument/2006/relationships/font" Target="fonts/RedHatTextMedium-italic.fntdata"/><Relationship Id="rId22" Type="http://schemas.openxmlformats.org/officeDocument/2006/relationships/font" Target="fonts/RedHatTextMedium-boldItalic.fntdata"/><Relationship Id="rId23" Type="http://schemas.openxmlformats.org/officeDocument/2006/relationships/font" Target="fonts/RedHatDisplayMedium-regular.fntdata"/><Relationship Id="rId24" Type="http://schemas.openxmlformats.org/officeDocument/2006/relationships/font" Target="fonts/RedHatDisplayMedium-bold.fntdata"/><Relationship Id="rId25" Type="http://schemas.openxmlformats.org/officeDocument/2006/relationships/font" Target="fonts/RedHatDisplayMedium-italic.fntdata"/><Relationship Id="rId26" Type="http://schemas.openxmlformats.org/officeDocument/2006/relationships/font" Target="fonts/RedHatDisplayMedium-boldItalic.fntdata"/><Relationship Id="rId27" Type="http://schemas.openxmlformats.org/officeDocument/2006/relationships/font" Target="fonts/RedHatDisplay-regular.fntdata"/><Relationship Id="rId28" Type="http://schemas.openxmlformats.org/officeDocument/2006/relationships/font" Target="fonts/RedHatDisplay-bold.fntdata"/><Relationship Id="rId29" Type="http://schemas.openxmlformats.org/officeDocument/2006/relationships/font" Target="fonts/RedHatDisplay-italic.fntdata"/><Relationship Id="rId30" Type="http://schemas.openxmlformats.org/officeDocument/2006/relationships/font" Target="fonts/RedHatDisplay-boldItalic.fntdata"/><Relationship Id="rId31" Type="http://schemas.openxmlformats.org/officeDocument/2006/relationships/font" Target="fonts/RedHatText-regular.fntdata"/><Relationship Id="rId32" Type="http://schemas.openxmlformats.org/officeDocument/2006/relationships/font" Target="fonts/RedHatText-bold.fntdata"/><Relationship Id="rId33" Type="http://schemas.openxmlformats.org/officeDocument/2006/relationships/font" Target="fonts/RedHatText-italic.fntdata"/><Relationship Id="rId34" Type="http://schemas.openxmlformats.org/officeDocument/2006/relationships/font" Target="fonts/RedHatText-boldItalic.fntdata"/><Relationship Id="rId35" Type="http://schemas.openxmlformats.org/officeDocument/2006/relationships/font" Target="fonts/RedHatDisplayExtraBold-bold.fntdata"/><Relationship Id="rId36" Type="http://schemas.openxmlformats.org/officeDocument/2006/relationships/font" Target="fonts/RedHatDisplayExtraBold-boldItalic.fntdata"/><Relationship Id="rId3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5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5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5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5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7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14.png"/><Relationship Id="rId7" Type="http://schemas.openxmlformats.org/officeDocument/2006/relationships/image" Target="../media/image7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5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5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5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5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5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5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5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5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">
  <p:cSld name="TITLE_2_1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g3f699196abe_36_13116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2" name="Google Shape;12;g3f699196abe_36_13116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g3f699196abe_36_13116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g3f699196abe_36_13116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g3f699196abe_36_13116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" name="Google Shape;16;g3f699196abe_36_13116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7" name="Google Shape;17;g3f699196abe_36_1311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" name="Google Shape;18;g3f699196abe_36_1311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" name="Google Shape;19;g3f699196abe_36_13116" title="presentation-template-OpenShift-RH-lwetzel_cover-slide_A-dark.png"/>
          <p:cNvPicPr preferRelativeResize="0"/>
          <p:nvPr/>
        </p:nvPicPr>
        <p:blipFill rotWithShape="1">
          <a:blip r:embed="rId2">
            <a:alphaModFix/>
          </a:blip>
          <a:srcRect b="18208" l="66083" r="0" t="5064"/>
          <a:stretch/>
        </p:blipFill>
        <p:spPr>
          <a:xfrm>
            <a:off x="8404050" y="636650"/>
            <a:ext cx="3788027" cy="482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g3f699196abe_36_1311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17025" y="6191200"/>
            <a:ext cx="2247726" cy="30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">
  <p:cSld name="CUSTOM_4_1_1">
    <p:bg>
      <p:bgPr>
        <a:solidFill>
          <a:schemeClr val="lt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g3f699196abe_36_1312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g3f699196abe_36_13127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4" name="Google Shape;24;g3f699196abe_36_1312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" name="Google Shape;25;g3f699196abe_36_1312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" name="Google Shape;26;g3f699196abe_36_13127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7" name="Google Shape;27;g3f699196abe_36_13127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28" name="Google Shape;28;g3f699196abe_36_13127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29" name="Google Shape;29;g3f699196abe_36_13127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0" name="Google Shape;30;g3f699196abe_36_1312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two column body">
  <p:cSld name="CUSTOM_4_17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Google Shape;32;g3f699196abe_36_1313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" name="Google Shape;33;g3f699196abe_36_1313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g3f699196abe_36_1313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g3f699196abe_36_1313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" name="Google Shape;36;g3f699196abe_36_13137"/>
          <p:cNvSpPr txBox="1"/>
          <p:nvPr>
            <p:ph idx="2" type="body"/>
          </p:nvPr>
        </p:nvSpPr>
        <p:spPr>
          <a:xfrm>
            <a:off x="885125" y="2291177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37" name="Google Shape;37;g3f699196abe_36_13137"/>
          <p:cNvSpPr txBox="1"/>
          <p:nvPr>
            <p:ph idx="3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38" name="Google Shape;38;g3f699196abe_36_13137"/>
          <p:cNvSpPr txBox="1"/>
          <p:nvPr>
            <p:ph idx="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9" name="Google Shape;39;g3f699196abe_36_1313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0" name="Google Shape;40;g3f699196abe_36_13137"/>
          <p:cNvSpPr txBox="1"/>
          <p:nvPr>
            <p:ph idx="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1" name="Google Shape;41;g3f699196abe_36_1313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 1 1 1">
  <p:cSld name="Interior agenda light (g3f699196abe_44_0)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f699196abe_36_1476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44" name="Google Shape;44;g3f699196abe_36_1476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" name="Google Shape;45;g3f699196abe_36_1476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6" name="Google Shape;46;g3f699196abe_36_14763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47" name="Google Shape;47;g3f699196abe_36_14763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48" name="Google Shape;48;g3f699196abe_36_1476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 1">
  <p:cSld name="Interior data three callouts (g3f699196abe_51_0)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f699196abe_36_1474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1" name="Google Shape;51;g3f699196abe_36_1474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g3f699196abe_36_1474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3" name="Google Shape;53;g3f699196abe_36_147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g3f699196abe_36_1474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5" name="Google Shape;55;g3f699196abe_36_1474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56" name="Google Shape;56;g3f699196abe_36_1474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57" name="Google Shape;57;g3f699196abe_36_1474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58" name="Google Shape;58;g3f699196abe_36_1474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59" name="Google Shape;59;g3f699196abe_36_1474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0" name="Google Shape;60;g3f699196abe_36_1474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61" name="Google Shape;61;g3f699196abe_36_1474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2" name="Google Shape;62;g3f699196abe_36_147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3" name="Google Shape;63;g3f699196abe_36_1474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 1 1">
  <p:cSld name="Interior agenda light (g3f699196abe_66_0)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699196abe_36_147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66" name="Google Shape;66;g3f699196abe_36_147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g3f699196abe_36_1474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8" name="Google Shape;68;g3f699196abe_36_14741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69" name="Google Shape;69;g3f699196abe_36_14741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70" name="Google Shape;70;g3f699196abe_36_14741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 1">
  <p:cSld name="Interior agenda light (g3f699196abe_73_0)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f699196abe_36_1473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73" name="Google Shape;73;g3f699196abe_36_147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4" name="Google Shape;74;g3f699196abe_36_14734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5" name="Google Shape;75;g3f699196abe_36_14734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76" name="Google Shape;76;g3f699196abe_36_14734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77" name="Google Shape;77;g3f699196abe_36_14734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losing slide with Image (g3f699196abe_80_0)">
    <p:bg>
      <p:bgPr>
        <a:solidFill>
          <a:schemeClr val="lt1"/>
        </a:solid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699196abe_36_13902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80" name="Google Shape;80;g3f699196abe_36_1390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" name="Google Shape;81;g3f699196abe_36_13902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2" name="Google Shape;82;g3f699196abe_36_13902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">
  <p:cSld name="CUSTOM_4_14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699196abe_36_1314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5" name="Google Shape;85;g3f699196abe_36_1314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6" name="Google Shape;86;g3f699196abe_36_1314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87" name="Google Shape;87;g3f699196abe_36_1314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8" name="Google Shape;88;g3f699196abe_36_131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" name="Google Shape;89;g3f699196abe_36_131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0" name="Google Shape;90;g3f699196abe_36_1314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91" name="Google Shape;91;g3f699196abe_36_13148"/>
          <p:cNvCxnSpPr/>
          <p:nvPr/>
        </p:nvCxnSpPr>
        <p:spPr>
          <a:xfrm>
            <a:off x="43061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92" name="Google Shape;92;g3f699196abe_36_13148"/>
          <p:cNvCxnSpPr/>
          <p:nvPr/>
        </p:nvCxnSpPr>
        <p:spPr>
          <a:xfrm>
            <a:off x="78858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93" name="Google Shape;93;g3f699196abe_36_1314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4" name="Google Shape;94;g3f699196abe_36_1314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5" name="Google Shape;95;g3f699196abe_36_1314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6" name="Google Shape;96;g3f699196abe_36_1314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7" name="Google Shape;97;g3f699196abe_36_1314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8" name="Google Shape;98;g3f699196abe_36_1314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9" name="Google Shape;99;g3f699196abe_36_1314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00" name="Google Shape;100;g3f699196abe_36_131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01" name="Google Shape;101;g3f699196abe_36_1314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02" name="Google Shape;102;g3f699196abe_36_131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2446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USTOM_3_2_1">
    <p:bg>
      <p:bgPr>
        <a:solidFill>
          <a:schemeClr val="l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f699196abe_36_13168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5" name="Google Shape;105;g3f699196abe_36_1316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" name="Google Shape;106;g3f699196abe_36_13168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107" name="Google Shape;107;g3f699196abe_36_13168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g3f699196abe_36_1316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" name="Google Shape;109;g3f699196abe_36_13168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f699196abe_36_13168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1" name="Google Shape;111;g3f699196abe_36_13168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2" name="Google Shape;112;g3f699196abe_36_13168"/>
          <p:cNvSpPr txBox="1"/>
          <p:nvPr/>
        </p:nvSpPr>
        <p:spPr>
          <a:xfrm>
            <a:off x="5903450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3" name="Google Shape;113;g3f699196abe_36_13168"/>
          <p:cNvSpPr txBox="1"/>
          <p:nvPr/>
        </p:nvSpPr>
        <p:spPr>
          <a:xfrm>
            <a:off x="5903450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4" name="Google Shape;114;g3f699196abe_36_13168"/>
          <p:cNvSpPr txBox="1"/>
          <p:nvPr/>
        </p:nvSpPr>
        <p:spPr>
          <a:xfrm>
            <a:off x="8815525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facebook.com/redhatinc</a:t>
            </a:r>
            <a:endParaRPr b="0" i="0" sz="1200" u="none" cap="none" strike="noStrike"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  <p:sp>
        <p:nvSpPr>
          <p:cNvPr id="115" name="Google Shape;115;g3f699196abe_36_13168"/>
          <p:cNvSpPr txBox="1"/>
          <p:nvPr/>
        </p:nvSpPr>
        <p:spPr>
          <a:xfrm>
            <a:off x="8815525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twitter.com/RedHat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116" name="Google Shape;116;g3f699196abe_36_131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86459" y="51803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g3f699196abe_36_131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86459" y="46752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g3f699196abe_36_1316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60534" y="51803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g3f699196abe_36_1316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60534" y="46752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g3f699196abe_36_13168" title="Logo-Red_Hat-Intel-A-Standard-RGB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olumn">
  <p:cSld name="CUSTOM_4_3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2" name="Google Shape;122;g3f699196abe_36_1318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3" name="Google Shape;123;g3f699196abe_36_1318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" name="Google Shape;124;g3f699196abe_36_1318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5" name="Google Shape;125;g3f699196abe_36_13186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26" name="Google Shape;126;g3f699196abe_36_13186"/>
          <p:cNvCxnSpPr/>
          <p:nvPr/>
        </p:nvCxnSpPr>
        <p:spPr>
          <a:xfrm>
            <a:off x="43061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27" name="Google Shape;127;g3f699196abe_36_13186"/>
          <p:cNvCxnSpPr/>
          <p:nvPr/>
        </p:nvCxnSpPr>
        <p:spPr>
          <a:xfrm>
            <a:off x="78858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28" name="Google Shape;128;g3f699196abe_36_13186"/>
          <p:cNvSpPr txBox="1"/>
          <p:nvPr>
            <p:ph idx="2" type="subTitle"/>
          </p:nvPr>
        </p:nvSpPr>
        <p:spPr>
          <a:xfrm>
            <a:off x="44683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9" name="Google Shape;129;g3f699196abe_36_13186"/>
          <p:cNvSpPr txBox="1"/>
          <p:nvPr>
            <p:ph idx="3" type="subTitle"/>
          </p:nvPr>
        </p:nvSpPr>
        <p:spPr>
          <a:xfrm>
            <a:off x="44684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30" name="Google Shape;130;g3f699196abe_36_13186"/>
          <p:cNvSpPr txBox="1"/>
          <p:nvPr>
            <p:ph idx="4" type="subTitle"/>
          </p:nvPr>
        </p:nvSpPr>
        <p:spPr>
          <a:xfrm>
            <a:off x="80480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31" name="Google Shape;131;g3f699196abe_36_13186"/>
          <p:cNvSpPr txBox="1"/>
          <p:nvPr>
            <p:ph idx="5" type="subTitle"/>
          </p:nvPr>
        </p:nvSpPr>
        <p:spPr>
          <a:xfrm>
            <a:off x="80481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32" name="Google Shape;132;g3f699196abe_36_13186"/>
          <p:cNvSpPr txBox="1"/>
          <p:nvPr>
            <p:ph idx="6" type="subTitle"/>
          </p:nvPr>
        </p:nvSpPr>
        <p:spPr>
          <a:xfrm>
            <a:off x="8886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33" name="Google Shape;133;g3f699196abe_36_13186"/>
          <p:cNvSpPr txBox="1"/>
          <p:nvPr>
            <p:ph idx="7" type="subTitle"/>
          </p:nvPr>
        </p:nvSpPr>
        <p:spPr>
          <a:xfrm>
            <a:off x="8887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34" name="Google Shape;134;g3f699196abe_36_13186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35" name="Google Shape;135;g3f699196abe_36_1318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36" name="Google Shape;136;g3f699196abe_36_13186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37" name="Google Shape;137;g3f699196abe_36_1318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, subhead, and body">
  <p:cSld name="CUSTOM_4_17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699196abe_36_1320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0" name="Google Shape;140;g3f699196abe_36_1320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cxnSp>
        <p:nvCxnSpPr>
          <p:cNvPr id="141" name="Google Shape;141;g3f699196abe_36_1320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g3f699196abe_36_1320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g3f699196abe_36_1320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4" name="Google Shape;144;g3f699196abe_36_13203"/>
          <p:cNvSpPr txBox="1"/>
          <p:nvPr>
            <p:ph idx="2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5" name="Google Shape;145;g3f699196abe_36_13203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6" name="Google Shape;146;g3f699196abe_36_13203"/>
          <p:cNvSpPr txBox="1"/>
          <p:nvPr>
            <p:ph idx="4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147" name="Google Shape;147;g3f699196abe_36_1320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and column body">
  <p:cSld name="CUSTOM_4_17_1_1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g3f699196abe_36_132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g3f699196abe_36_132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1" name="Google Shape;151;g3f699196abe_36_132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g3f699196abe_36_1321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3" name="Google Shape;153;g3f699196abe_36_13213"/>
          <p:cNvSpPr txBox="1"/>
          <p:nvPr>
            <p:ph idx="2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54" name="Google Shape;154;g3f699196abe_36_13213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5" name="Google Shape;155;g3f699196abe_36_1321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6" name="Google Shape;156;g3f699196abe_36_13213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7" name="Google Shape;157;g3f699196abe_36_132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699196abe_36_13223"/>
          <p:cNvSpPr/>
          <p:nvPr/>
        </p:nvSpPr>
        <p:spPr>
          <a:xfrm>
            <a:off x="8877225" y="5878875"/>
            <a:ext cx="3314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g3f699196abe_36_13223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1" name="Google Shape;161;g3f699196abe_36_13223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2" name="Google Shape;162;g3f699196abe_36_13223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63" name="Google Shape;163;g3f699196abe_36_13223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64" name="Google Shape;164;g3f699196abe_36_1322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5" name="Google Shape;165;g3f699196abe_36_1322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66" name="Google Shape;166;g3f699196abe_36_132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closing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699196abe_36_13232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g3f699196abe_36_13232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0" name="Google Shape;170;g3f699196abe_36_13232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71" name="Google Shape;171;g3f699196abe_36_132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f699196abe_36_132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g3f699196abe_36_132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g3f699196abe_36_132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g3f699196abe_36_13232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6" name="Google Shape;176;g3f699196abe_36_13232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7" name="Google Shape;177;g3f699196abe_36_13232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78" name="Google Shape;178;g3f699196abe_36_13232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79" name="Google Shape;179;g3f699196abe_36_13232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g3f699196abe_36_1323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g3f699196abe_36_1323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82" name="Google Shape;182;g3f699196abe_36_1323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">
  <p:cSld name="TITLE_2">
    <p:bg>
      <p:bgPr>
        <a:solidFill>
          <a:srgbClr val="1B0D33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f699196abe_36_13248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5" name="Google Shape;185;g3f699196abe_36_13248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g3f699196abe_36_13248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7" name="Google Shape;187;g3f699196abe_36_13248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8" name="Google Shape;188;g3f699196abe_36_13248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89" name="Google Shape;189;g3f699196abe_36_13248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90" name="Google Shape;190;g3f699196abe_36_132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1" name="Google Shape;191;g3f699196abe_36_132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92" name="Google Shape;192;g3f699196abe_36_132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 1">
  <p:cSld name="TITLE_2_1_1">
    <p:bg>
      <p:bgPr>
        <a:solidFill>
          <a:schemeClr val="dk1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f699196abe_36_13258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95" name="Google Shape;195;g3f699196abe_36_13258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3f699196abe_36_13258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7" name="Google Shape;197;g3f699196abe_36_13258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g3f699196abe_36_13258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99" name="Google Shape;199;g3f699196abe_36_13258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00" name="Google Shape;200;g3f699196abe_36_1325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1" name="Google Shape;201;g3f699196abe_36_1325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2" name="Google Shape;202;g3f699196abe_36_13258" title="presentation-template-OpenShift-RH-lwetzel_cover-slide_collage-dark.png"/>
          <p:cNvPicPr preferRelativeResize="0"/>
          <p:nvPr/>
        </p:nvPicPr>
        <p:blipFill rotWithShape="1">
          <a:blip r:embed="rId2">
            <a:alphaModFix/>
          </a:blip>
          <a:srcRect b="14809" l="62774" r="0" t="12166"/>
          <a:stretch/>
        </p:blipFill>
        <p:spPr>
          <a:xfrm>
            <a:off x="8658550" y="933600"/>
            <a:ext cx="3533450" cy="3899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f699196abe_36_1325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">
  <p:cSld name="TITLE_1_1">
    <p:bg>
      <p:bgPr>
        <a:solidFill>
          <a:srgbClr val="1B0D33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699196abe_36_13269"/>
          <p:cNvSpPr/>
          <p:nvPr/>
        </p:nvSpPr>
        <p:spPr>
          <a:xfrm>
            <a:off x="0" y="5857028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06" name="Google Shape;206;g3f699196abe_36_13269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g3f699196abe_36_13269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208" name="Google Shape;208;g3f699196abe_36_13269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9" name="Google Shape;209;g3f699196abe_36_13269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10" name="Google Shape;210;g3f699196abe_36_13269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11" name="Google Shape;211;g3f699196abe_36_13269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12" name="Google Shape;212;g3f699196abe_36_13269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213" name="Google Shape;213;g3f699196abe_36_13269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4" name="Google Shape;214;g3f699196abe_36_1326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5" name="Google Shape;215;g3f699196abe_36_1326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6" name="Google Shape;216;g3f699196abe_36_132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g3f699196abe_36_132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g3f699196abe_36_132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g3f699196abe_36_1326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g3f699196abe_36_13269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 1">
  <p:cSld name="TITLE_1_1_2">
    <p:bg>
      <p:bgPr>
        <a:solidFill>
          <a:schemeClr val="dk1"/>
        </a:solid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699196abe_36_13286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23" name="Google Shape;223;g3f699196abe_36_13286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g3f699196abe_36_13286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225" name="Google Shape;225;g3f699196abe_36_13286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g3f699196abe_36_13286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27" name="Google Shape;227;g3f699196abe_36_13286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28" name="Google Shape;228;g3f699196abe_36_13286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29" name="Google Shape;229;g3f699196abe_36_13286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230" name="Google Shape;230;g3f699196abe_36_13286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31" name="Google Shape;231;g3f699196abe_36_1328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" name="Google Shape;232;g3f699196abe_36_1328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3" name="Google Shape;233;g3f699196abe_36_132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g3f699196abe_36_132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g3f699196abe_36_1328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g3f699196abe_36_1328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g3f699196abe_36_13286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Image">
  <p:cSld name="TITLE_1_1_1">
    <p:bg>
      <p:bgPr>
        <a:solidFill>
          <a:schemeClr val="lt1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699196abe_36_13303"/>
          <p:cNvSpPr/>
          <p:nvPr/>
        </p:nvSpPr>
        <p:spPr>
          <a:xfrm>
            <a:off x="8808450" y="5878875"/>
            <a:ext cx="3383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0" name="Google Shape;240;g3f699196abe_36_13303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1" name="Google Shape;241;g3f699196abe_36_1330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" name="Google Shape;242;g3f699196abe_36_1330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3" name="Google Shape;243;g3f699196abe_36_1330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ebinar title">
  <p:cSld name="TITLE_3">
    <p:bg>
      <p:bgPr>
        <a:solidFill>
          <a:srgbClr val="EBEBEB">
            <a:alpha val="0"/>
          </a:srgbClr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g3f699196abe_36_1330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9200" y="762000"/>
            <a:ext cx="2145944" cy="50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g3f699196abe_36_13309"/>
          <p:cNvSpPr txBox="1"/>
          <p:nvPr>
            <p:ph idx="1" type="subTitle"/>
          </p:nvPr>
        </p:nvSpPr>
        <p:spPr>
          <a:xfrm>
            <a:off x="1169325" y="44362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2800"/>
              <a:buFont typeface="Red Hat Display"/>
              <a:buNone/>
              <a:defRPr sz="2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7" name="Google Shape;247;g3f699196abe_36_13309"/>
          <p:cNvSpPr txBox="1"/>
          <p:nvPr>
            <p:ph type="title"/>
          </p:nvPr>
        </p:nvSpPr>
        <p:spPr>
          <a:xfrm>
            <a:off x="1169475" y="2658025"/>
            <a:ext cx="9871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8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8" name="Google Shape;248;g3f699196abe_36_13309"/>
          <p:cNvSpPr txBox="1"/>
          <p:nvPr>
            <p:ph idx="2" type="subTitle"/>
          </p:nvPr>
        </p:nvSpPr>
        <p:spPr>
          <a:xfrm>
            <a:off x="1169325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49" name="Google Shape;249;g3f699196abe_36_13309"/>
          <p:cNvSpPr txBox="1"/>
          <p:nvPr>
            <p:ph idx="3" type="subTitle"/>
          </p:nvPr>
        </p:nvSpPr>
        <p:spPr>
          <a:xfrm>
            <a:off x="3557450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50" name="Google Shape;250;g3f699196abe_36_1330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1" name="Google Shape;251;g3f699196abe_36_1330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2" name="Google Shape;252;g3f699196abe_36_13309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5978524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A">
  <p:cSld name="CUSTOM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f699196abe_36_13318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55" name="Google Shape;255;g3f699196abe_36_133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6" name="Google Shape;256;g3f699196abe_36_133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7" name="Google Shape;257;g3f699196abe_36_1331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58" name="Google Shape;258;g3f699196abe_36_13318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9pPr>
          </a:lstStyle>
          <a:p/>
        </p:txBody>
      </p:sp>
      <p:sp>
        <p:nvSpPr>
          <p:cNvPr id="259" name="Google Shape;259;g3f699196abe_36_133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0" name="Google Shape;260;g3f699196abe_36_1331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021209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B">
  <p:cSld name="CUSTOM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f699196abe_36_13326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63" name="Google Shape;263;g3f699196abe_36_1332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4" name="Google Shape;264;g3f699196abe_36_1332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g3f699196abe_36_1332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66" name="Google Shape;266;g3f699196abe_36_13326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7" name="Google Shape;267;g3f699196abe_36_1332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8" name="Google Shape;268;g3f699196abe_36_1332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3026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A">
  <p:cSld name="CUSTOM_2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Google Shape;270;g3f699196abe_36_1333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1" name="Google Shape;271;g3f699196abe_36_1333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" name="Google Shape;272;g3f699196abe_36_1333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73" name="Google Shape;273;g3f699196abe_36_133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4" name="Google Shape;274;g3f699196abe_36_13334"/>
          <p:cNvSpPr txBox="1"/>
          <p:nvPr>
            <p:ph idx="2" type="subTitle"/>
          </p:nvPr>
        </p:nvSpPr>
        <p:spPr>
          <a:xfrm>
            <a:off x="9480050" y="1401753"/>
            <a:ext cx="2124300" cy="405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9pPr>
          </a:lstStyle>
          <a:p/>
        </p:txBody>
      </p:sp>
      <p:pic>
        <p:nvPicPr>
          <p:cNvPr id="275" name="Google Shape;275;g3f699196abe_36_1333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C">
  <p:cSld name="CUSTOM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f699196abe_36_13341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278" name="Google Shape;278;g3f699196abe_36_1334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9" name="Google Shape;279;g3f699196abe_36_1334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0" name="Google Shape;280;g3f699196abe_36_133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81" name="Google Shape;281;g3f699196abe_36_13341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9pPr>
          </a:lstStyle>
          <a:p/>
        </p:txBody>
      </p:sp>
      <p:sp>
        <p:nvSpPr>
          <p:cNvPr id="282" name="Google Shape;282;g3f699196abe_36_13341"/>
          <p:cNvSpPr txBox="1"/>
          <p:nvPr>
            <p:ph idx="3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3" name="Google Shape;283;g3f699196abe_36_133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84" name="Google Shape;284;g3f699196abe_36_1334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B">
  <p:cSld name="CUSTOM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f699196abe_36_13350"/>
          <p:cNvSpPr txBox="1"/>
          <p:nvPr>
            <p:ph idx="1" type="subTitle"/>
          </p:nvPr>
        </p:nvSpPr>
        <p:spPr>
          <a:xfrm>
            <a:off x="9480050" y="1327204"/>
            <a:ext cx="2124300" cy="42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287" name="Google Shape;287;g3f699196abe_36_1335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8" name="Google Shape;288;g3f699196abe_36_1335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9" name="Google Shape;289;g3f699196abe_36_13350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290" name="Google Shape;290;g3f699196abe_36_1335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91" name="Google Shape;291;g3f699196abe_36_1335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8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">
  <p:cSld name="CUSTOM_3">
    <p:bg>
      <p:bgPr>
        <a:solidFill>
          <a:schemeClr val="lt1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f699196abe_36_13357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2929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294" name="Google Shape;294;g3f699196abe_36_13357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295" name="Google Shape;295;g3f699196abe_36_133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6" name="Google Shape;296;g3f699196abe_36_13357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297" name="Google Shape;297;g3f699196abe_36_13357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8" name="Google Shape;298;g3f699196abe_36_133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99" name="Google Shape;299;g3f699196abe_36_1335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981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lide with Image">
  <p:cSld name="CUSTOM_3_2">
    <p:bg>
      <p:bgPr>
        <a:solidFill>
          <a:schemeClr val="lt1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f699196abe_36_13365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302" name="Google Shape;302;g3f699196abe_36_1336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3" name="Google Shape;303;g3f699196abe_36_13365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304" name="Google Shape;304;g3f699196abe_36_13365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3f699196abe_36_1336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6" name="Google Shape;306;g3f699196abe_36_13365"/>
          <p:cNvSpPr txBox="1"/>
          <p:nvPr>
            <p:ph idx="2" type="subTitle"/>
          </p:nvPr>
        </p:nvSpPr>
        <p:spPr>
          <a:xfrm>
            <a:off x="5660525" y="3971650"/>
            <a:ext cx="4446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ed Hat Display"/>
              <a:buNone/>
              <a:defRPr sz="18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7" name="Google Shape;307;g3f699196abe_36_13365"/>
          <p:cNvSpPr txBox="1"/>
          <p:nvPr>
            <p:ph type="title"/>
          </p:nvPr>
        </p:nvSpPr>
        <p:spPr>
          <a:xfrm>
            <a:off x="5660525" y="1709031"/>
            <a:ext cx="5736300" cy="211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08" name="Google Shape;308;g3f699196abe_36_13365"/>
          <p:cNvSpPr txBox="1"/>
          <p:nvPr>
            <p:ph idx="3" type="subTitle"/>
          </p:nvPr>
        </p:nvSpPr>
        <p:spPr>
          <a:xfrm>
            <a:off x="5660525" y="5318275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 Medium"/>
              <a:buNone/>
              <a:defRPr sz="14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9" name="Google Shape;309;g3f699196abe_36_13365"/>
          <p:cNvSpPr/>
          <p:nvPr/>
        </p:nvSpPr>
        <p:spPr>
          <a:xfrm>
            <a:off x="8901850" y="5878875"/>
            <a:ext cx="32901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0" name="Google Shape;310;g3f699196abe_36_13365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841" y="62204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2">
  <p:cSld name="CUSTOM_8">
    <p:bg>
      <p:bgPr>
        <a:solidFill>
          <a:schemeClr val="lt1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699196abe_36_13376"/>
          <p:cNvSpPr/>
          <p:nvPr/>
        </p:nvSpPr>
        <p:spPr>
          <a:xfrm>
            <a:off x="-50" y="0"/>
            <a:ext cx="933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313" name="Google Shape;313;g3f699196abe_36_13376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14" name="Google Shape;314;g3f699196abe_36_13376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Display Medium"/>
              <a:buNone/>
              <a:defRPr sz="10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15" name="Google Shape;315;g3f699196abe_36_13376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6" name="Google Shape;316;g3f699196abe_36_1337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7" name="Google Shape;317;g3f699196abe_36_1337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8" name="Google Shape;318;g3f699196abe_36_1337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839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divider">
  <p:cSld name="CUSTOM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f699196abe_36_13384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21" name="Google Shape;321;g3f699196abe_36_1338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2" name="Google Shape;322;g3f699196abe_36_13384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3" name="Google Shape;323;g3f699196abe_36_1338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4" name="Google Shape;324;g3f699196abe_36_1338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325" name="Google Shape;325;g3f699196abe_36_1338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26" name="Google Shape;326;g3f699196abe_36_1338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">
  <p:cSld name="CUSTOM_4"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f699196abe_36_1339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29" name="Google Shape;329;g3f699196abe_36_1339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0" name="Google Shape;330;g3f699196abe_36_1339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1" name="Google Shape;331;g3f699196abe_36_1339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2" name="Google Shape;332;g3f699196abe_36_1339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3" name="Google Shape;333;g3f699196abe_36_13392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34" name="Google Shape;334;g3f699196abe_36_13392"/>
          <p:cNvSpPr txBox="1"/>
          <p:nvPr>
            <p:ph idx="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35" name="Google Shape;335;g3f699196abe_36_1339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hevrons">
  <p:cSld name="CUSTOM_4_20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f699196abe_36_1340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338" name="Google Shape;338;g3f699196abe_36_1340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9" name="Google Shape;339;g3f699196abe_36_1340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0" name="Google Shape;340;g3f699196abe_36_1340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g3f699196abe_36_1340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42" name="Google Shape;342;g3f699196abe_36_13401"/>
          <p:cNvSpPr/>
          <p:nvPr/>
        </p:nvSpPr>
        <p:spPr>
          <a:xfrm>
            <a:off x="3901500" y="2473638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g3f699196abe_36_13401"/>
          <p:cNvSpPr/>
          <p:nvPr/>
        </p:nvSpPr>
        <p:spPr>
          <a:xfrm>
            <a:off x="780300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g3f699196abe_36_13401"/>
          <p:cNvSpPr/>
          <p:nvPr/>
        </p:nvSpPr>
        <p:spPr>
          <a:xfrm>
            <a:off x="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g3f699196abe_36_13401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g3f699196abe_36_13401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g3f699196abe_36_13401"/>
          <p:cNvSpPr txBox="1"/>
          <p:nvPr>
            <p:ph idx="3" type="subTitle"/>
          </p:nvPr>
        </p:nvSpPr>
        <p:spPr>
          <a:xfrm>
            <a:off x="39015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48" name="Google Shape;348;g3f699196abe_36_13401"/>
          <p:cNvSpPr txBox="1"/>
          <p:nvPr>
            <p:ph idx="4" type="subTitle"/>
          </p:nvPr>
        </p:nvSpPr>
        <p:spPr>
          <a:xfrm>
            <a:off x="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7315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49" name="Google Shape;349;g3f699196abe_36_13401"/>
          <p:cNvSpPr txBox="1"/>
          <p:nvPr>
            <p:ph idx="5" type="subTitle"/>
          </p:nvPr>
        </p:nvSpPr>
        <p:spPr>
          <a:xfrm>
            <a:off x="78030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50" name="Google Shape;350;g3f699196abe_36_1340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51" name="Google Shape;351;g3f699196abe_36_13401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52" name="Google Shape;352;g3f699196abe_36_1340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28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chevrons">
  <p:cSld name="CUSTOM_4_20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4" name="Google Shape;354;g3f699196abe_36_134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55" name="Google Shape;355;g3f699196abe_36_134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6" name="Google Shape;356;g3f699196abe_36_134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7" name="Google Shape;357;g3f699196abe_36_1341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58" name="Google Shape;358;g3f699196abe_36_13418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g3f699196abe_36_13418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g3f699196abe_36_13418"/>
          <p:cNvSpPr/>
          <p:nvPr/>
        </p:nvSpPr>
        <p:spPr>
          <a:xfrm>
            <a:off x="586380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g3f699196abe_36_13418"/>
          <p:cNvSpPr/>
          <p:nvPr/>
        </p:nvSpPr>
        <p:spPr>
          <a:xfrm>
            <a:off x="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g3f699196abe_36_13418"/>
          <p:cNvSpPr txBox="1"/>
          <p:nvPr>
            <p:ph idx="2" type="subTitle"/>
          </p:nvPr>
        </p:nvSpPr>
        <p:spPr>
          <a:xfrm>
            <a:off x="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363" name="Google Shape;363;g3f699196abe_36_13418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64" name="Google Shape;364;g3f699196abe_36_1341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65" name="Google Shape;365;g3f699196abe_36_13418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66" name="Google Shape;366;g3f699196abe_36_13418"/>
          <p:cNvSpPr txBox="1"/>
          <p:nvPr>
            <p:ph idx="5" type="subTitle"/>
          </p:nvPr>
        </p:nvSpPr>
        <p:spPr>
          <a:xfrm>
            <a:off x="663300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pic>
        <p:nvPicPr>
          <p:cNvPr id="367" name="Google Shape;367;g3f699196abe_36_1341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ircles">
  <p:cSld name="CUSTOM_4_19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9" name="Google Shape;369;g3f699196abe_36_1343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0" name="Google Shape;370;g3f699196abe_36_1343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1" name="Google Shape;371;g3f699196abe_36_1343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2" name="Google Shape;372;g3f699196abe_36_1343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73" name="Google Shape;373;g3f699196abe_36_134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43525" y="2296425"/>
            <a:ext cx="8704948" cy="324725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g3f699196abe_36_13433"/>
          <p:cNvSpPr txBox="1"/>
          <p:nvPr>
            <p:ph idx="2" type="subTitle"/>
          </p:nvPr>
        </p:nvSpPr>
        <p:spPr>
          <a:xfrm>
            <a:off x="2262374" y="2965028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75" name="Google Shape;375;g3f699196abe_36_13433"/>
          <p:cNvSpPr txBox="1"/>
          <p:nvPr>
            <p:ph idx="3" type="subTitle"/>
          </p:nvPr>
        </p:nvSpPr>
        <p:spPr>
          <a:xfrm>
            <a:off x="5005265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76" name="Google Shape;376;g3f699196abe_36_13433"/>
          <p:cNvSpPr txBox="1"/>
          <p:nvPr>
            <p:ph idx="4" type="subTitle"/>
          </p:nvPr>
        </p:nvSpPr>
        <p:spPr>
          <a:xfrm>
            <a:off x="7748157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77" name="Google Shape;377;g3f699196abe_36_13433"/>
          <p:cNvSpPr txBox="1"/>
          <p:nvPr>
            <p:ph idx="5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78" name="Google Shape;378;g3f699196abe_36_1343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79" name="Google Shape;379;g3f699196abe_36_13433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380" name="Google Shape;380;g3f699196abe_36_1343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186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lank">
  <p:cSld name="CUSTOM_4_18"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f699196abe_36_1344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383" name="Google Shape;383;g3f699196abe_36_1344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4" name="Google Shape;384;g3f699196abe_36_1344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5" name="Google Shape;385;g3f699196abe_36_1344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6" name="Google Shape;386;g3f699196abe_36_13446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87" name="Google Shape;387;g3f699196abe_36_1344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body">
  <p:cSld name="CUSTOM_4_17_2"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9" name="Google Shape;389;g3f699196abe_36_1345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90" name="Google Shape;390;g3f699196abe_36_1345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1" name="Google Shape;391;g3f699196abe_36_1345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2" name="Google Shape;392;g3f699196abe_36_1345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93" name="Google Shape;393;g3f699196abe_36_13453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394" name="Google Shape;394;g3f699196abe_36_1345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395" name="Google Shape;395;g3f699196abe_36_13453"/>
          <p:cNvSpPr txBox="1"/>
          <p:nvPr>
            <p:ph idx="3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396" name="Google Shape;396;g3f699196abe_36_1345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ody">
  <p:cSld name="CUSTOM_4_17_2_1"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f699196abe_36_1346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399" name="Google Shape;399;g3f699196abe_36_1346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00" name="Google Shape;400;g3f699196abe_36_1346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1" name="Google Shape;401;g3f699196abe_36_1346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2" name="Google Shape;402;g3f699196abe_36_1346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3" name="Google Shape;403;g3f699196abe_36_13462"/>
          <p:cNvSpPr txBox="1"/>
          <p:nvPr>
            <p:ph idx="3" type="body"/>
          </p:nvPr>
        </p:nvSpPr>
        <p:spPr>
          <a:xfrm>
            <a:off x="2438400" y="16002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404" name="Google Shape;404;g3f699196abe_36_1346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vertical">
  <p:cSld name="CUSTOM_4_16"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f699196abe_36_1347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407" name="Google Shape;407;g3f699196abe_36_1347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08" name="Google Shape;408;g3f699196abe_36_1347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9" name="Google Shape;409;g3f699196abe_36_1347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0" name="Google Shape;410;g3f699196abe_36_13470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411" name="Google Shape;411;g3f699196abe_36_13470"/>
          <p:cNvCxnSpPr/>
          <p:nvPr/>
        </p:nvCxnSpPr>
        <p:spPr>
          <a:xfrm>
            <a:off x="4146414" y="-7350"/>
            <a:ext cx="0" cy="6872700"/>
          </a:xfrm>
          <a:prstGeom prst="straightConnector1">
            <a:avLst/>
          </a:prstGeom>
          <a:noFill/>
          <a:ln cap="flat" cmpd="sng" w="28575">
            <a:solidFill>
              <a:srgbClr val="D5D5D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2" name="Google Shape;412;g3f699196abe_36_13470"/>
          <p:cNvSpPr txBox="1"/>
          <p:nvPr>
            <p:ph idx="3" type="subTitle"/>
          </p:nvPr>
        </p:nvSpPr>
        <p:spPr>
          <a:xfrm>
            <a:off x="4467775" y="1832876"/>
            <a:ext cx="51156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13" name="Google Shape;413;g3f699196abe_36_13470"/>
          <p:cNvSpPr txBox="1"/>
          <p:nvPr>
            <p:ph idx="4" type="subTitle"/>
          </p:nvPr>
        </p:nvSpPr>
        <p:spPr>
          <a:xfrm>
            <a:off x="4467775" y="1441300"/>
            <a:ext cx="45387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14" name="Google Shape;414;g3f699196abe_36_13470"/>
          <p:cNvSpPr txBox="1"/>
          <p:nvPr>
            <p:ph idx="5" type="subTitle"/>
          </p:nvPr>
        </p:nvSpPr>
        <p:spPr>
          <a:xfrm>
            <a:off x="3362500" y="1832876"/>
            <a:ext cx="6900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415" name="Google Shape;415;g3f699196abe_36_1347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horizontal">
  <p:cSld name="CUSTOM_4_15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7" name="Google Shape;417;g3f699196abe_36_1348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18" name="Google Shape;418;g3f699196abe_36_1348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" name="Google Shape;419;g3f699196abe_36_1348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0" name="Google Shape;420;g3f699196abe_36_13481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21" name="Google Shape;421;g3f699196abe_36_13481"/>
          <p:cNvSpPr txBox="1"/>
          <p:nvPr>
            <p:ph idx="2" type="subTitle"/>
          </p:nvPr>
        </p:nvSpPr>
        <p:spPr>
          <a:xfrm>
            <a:off x="2042425" y="2497493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22" name="Google Shape;422;g3f699196abe_36_13481"/>
          <p:cNvSpPr txBox="1"/>
          <p:nvPr>
            <p:ph idx="3" type="subTitle"/>
          </p:nvPr>
        </p:nvSpPr>
        <p:spPr>
          <a:xfrm>
            <a:off x="2042425" y="2903475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23" name="Google Shape;423;g3f699196abe_36_13481"/>
          <p:cNvSpPr txBox="1"/>
          <p:nvPr>
            <p:ph idx="4" type="subTitle"/>
          </p:nvPr>
        </p:nvSpPr>
        <p:spPr>
          <a:xfrm>
            <a:off x="1596475" y="4403575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24" name="Google Shape;424;g3f699196abe_36_13481"/>
          <p:cNvSpPr txBox="1"/>
          <p:nvPr>
            <p:ph idx="5" type="subTitle"/>
          </p:nvPr>
        </p:nvSpPr>
        <p:spPr>
          <a:xfrm>
            <a:off x="3278975" y="3892511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25" name="Google Shape;425;g3f699196abe_36_13481"/>
          <p:cNvSpPr txBox="1"/>
          <p:nvPr>
            <p:ph idx="6" type="subTitle"/>
          </p:nvPr>
        </p:nvSpPr>
        <p:spPr>
          <a:xfrm>
            <a:off x="1713425" y="4752722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26" name="Google Shape;426;g3f699196abe_36_13481"/>
          <p:cNvSpPr txBox="1"/>
          <p:nvPr>
            <p:ph idx="7" type="subTitle"/>
          </p:nvPr>
        </p:nvSpPr>
        <p:spPr>
          <a:xfrm>
            <a:off x="1713425" y="5158703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27" name="Google Shape;427;g3f699196abe_36_13481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28" name="Google Shape;428;g3f699196abe_36_1348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29" name="Google Shape;429;g3f699196abe_36_13481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30" name="Google Shape;430;g3f699196abe_36_1348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66" y="61653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callouts">
  <p:cSld name="CUSTOM_4_13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f699196abe_36_13496"/>
          <p:cNvSpPr txBox="1"/>
          <p:nvPr>
            <p:ph idx="1" type="subTitle"/>
          </p:nvPr>
        </p:nvSpPr>
        <p:spPr>
          <a:xfrm>
            <a:off x="45555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33" name="Google Shape;433;g3f699196abe_36_13496"/>
          <p:cNvSpPr txBox="1"/>
          <p:nvPr>
            <p:ph idx="2" type="subTitle"/>
          </p:nvPr>
        </p:nvSpPr>
        <p:spPr>
          <a:xfrm>
            <a:off x="7972925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434" name="Google Shape;434;g3f699196abe_36_1349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35" name="Google Shape;435;g3f699196abe_36_1349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6" name="Google Shape;436;g3f699196abe_36_1349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7" name="Google Shape;437;g3f699196abe_36_1349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38" name="Google Shape;438;g3f699196abe_36_13496"/>
          <p:cNvSpPr txBox="1"/>
          <p:nvPr>
            <p:ph idx="4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cxnSp>
        <p:nvCxnSpPr>
          <p:cNvPr id="439" name="Google Shape;439;g3f699196abe_36_13496"/>
          <p:cNvCxnSpPr/>
          <p:nvPr/>
        </p:nvCxnSpPr>
        <p:spPr>
          <a:xfrm>
            <a:off x="7885850" y="3677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440" name="Google Shape;440;g3f699196abe_36_13496"/>
          <p:cNvSpPr txBox="1"/>
          <p:nvPr>
            <p:ph idx="5" type="subTitle"/>
          </p:nvPr>
        </p:nvSpPr>
        <p:spPr>
          <a:xfrm>
            <a:off x="4620750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1" name="Google Shape;441;g3f699196abe_36_13496"/>
          <p:cNvSpPr txBox="1"/>
          <p:nvPr>
            <p:ph idx="6" type="subTitle"/>
          </p:nvPr>
        </p:nvSpPr>
        <p:spPr>
          <a:xfrm>
            <a:off x="4620750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42" name="Google Shape;442;g3f699196abe_36_13496"/>
          <p:cNvSpPr txBox="1"/>
          <p:nvPr>
            <p:ph idx="7" type="subTitle"/>
          </p:nvPr>
        </p:nvSpPr>
        <p:spPr>
          <a:xfrm>
            <a:off x="8051175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3" name="Google Shape;443;g3f699196abe_36_13496"/>
          <p:cNvSpPr txBox="1"/>
          <p:nvPr>
            <p:ph idx="8" type="subTitle"/>
          </p:nvPr>
        </p:nvSpPr>
        <p:spPr>
          <a:xfrm>
            <a:off x="8051175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44" name="Google Shape;444;g3f699196abe_36_13496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45" name="Google Shape;445;g3f699196abe_36_1349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46" name="Google Shape;446;g3f699196abe_36_13496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47" name="Google Shape;447;g3f699196abe_36_1349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pies">
  <p:cSld name="CUSTOM_4_12"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9" name="Google Shape;449;g3f699196abe_36_135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0" name="Google Shape;450;g3f699196abe_36_135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1" name="Google Shape;451;g3f699196abe_36_135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g3f699196abe_36_1351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453" name="Google Shape;453;g3f699196abe_36_13513"/>
          <p:cNvCxnSpPr/>
          <p:nvPr/>
        </p:nvCxnSpPr>
        <p:spPr>
          <a:xfrm>
            <a:off x="7885850" y="4439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454" name="Google Shape;454;g3f699196abe_36_13513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455" name="Google Shape;455;g3f699196abe_36_13513"/>
          <p:cNvSpPr txBox="1"/>
          <p:nvPr>
            <p:ph idx="3" type="subTitle"/>
          </p:nvPr>
        </p:nvSpPr>
        <p:spPr>
          <a:xfrm>
            <a:off x="4620750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56" name="Google Shape;456;g3f699196abe_36_13513"/>
          <p:cNvSpPr txBox="1"/>
          <p:nvPr>
            <p:ph idx="4" type="subTitle"/>
          </p:nvPr>
        </p:nvSpPr>
        <p:spPr>
          <a:xfrm>
            <a:off x="4620750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57" name="Google Shape;457;g3f699196abe_36_13513"/>
          <p:cNvSpPr txBox="1"/>
          <p:nvPr>
            <p:ph idx="5" type="subTitle"/>
          </p:nvPr>
        </p:nvSpPr>
        <p:spPr>
          <a:xfrm>
            <a:off x="8051175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58" name="Google Shape;458;g3f699196abe_36_13513"/>
          <p:cNvSpPr txBox="1"/>
          <p:nvPr>
            <p:ph idx="6" type="subTitle"/>
          </p:nvPr>
        </p:nvSpPr>
        <p:spPr>
          <a:xfrm>
            <a:off x="8051175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459" name="Google Shape;459;g3f699196abe_36_13513"/>
          <p:cNvSpPr txBox="1"/>
          <p:nvPr>
            <p:ph idx="7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60" name="Google Shape;460;g3f699196abe_36_1351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61" name="Google Shape;461;g3f699196abe_36_13513"/>
          <p:cNvSpPr txBox="1"/>
          <p:nvPr>
            <p:ph idx="8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62" name="Google Shape;462;g3f699196abe_36_135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large pie">
  <p:cSld name="CUSTOM_4_11"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Google Shape;464;g3f699196abe_36_1352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5" name="Google Shape;465;g3f699196abe_36_1352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6" name="Google Shape;466;g3f699196abe_36_1352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7" name="Google Shape;467;g3f699196abe_36_1352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68" name="Google Shape;468;g3f699196abe_36_13528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469" name="Google Shape;469;g3f699196abe_36_13528"/>
          <p:cNvSpPr txBox="1"/>
          <p:nvPr>
            <p:ph idx="3" type="subTitle"/>
          </p:nvPr>
        </p:nvSpPr>
        <p:spPr>
          <a:xfrm>
            <a:off x="9078238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0" name="Google Shape;470;g3f699196abe_36_13528"/>
          <p:cNvSpPr txBox="1"/>
          <p:nvPr>
            <p:ph idx="4" type="subTitle"/>
          </p:nvPr>
        </p:nvSpPr>
        <p:spPr>
          <a:xfrm>
            <a:off x="10284513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1" name="Google Shape;471;g3f699196abe_36_13528"/>
          <p:cNvSpPr txBox="1"/>
          <p:nvPr>
            <p:ph idx="5" type="subTitle"/>
          </p:nvPr>
        </p:nvSpPr>
        <p:spPr>
          <a:xfrm>
            <a:off x="9078238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2" name="Google Shape;472;g3f699196abe_36_13528"/>
          <p:cNvSpPr txBox="1"/>
          <p:nvPr>
            <p:ph idx="6" type="subTitle"/>
          </p:nvPr>
        </p:nvSpPr>
        <p:spPr>
          <a:xfrm>
            <a:off x="10284513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3" name="Google Shape;473;g3f699196abe_36_13528"/>
          <p:cNvSpPr txBox="1"/>
          <p:nvPr>
            <p:ph idx="7" type="subTitle"/>
          </p:nvPr>
        </p:nvSpPr>
        <p:spPr>
          <a:xfrm>
            <a:off x="9078238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4" name="Google Shape;474;g3f699196abe_36_13528"/>
          <p:cNvSpPr txBox="1"/>
          <p:nvPr>
            <p:ph idx="8" type="subTitle"/>
          </p:nvPr>
        </p:nvSpPr>
        <p:spPr>
          <a:xfrm>
            <a:off x="10284513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475" name="Google Shape;475;g3f699196abe_36_13528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76" name="Google Shape;476;g3f699196abe_36_1352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477" name="Google Shape;477;g3f699196abe_36_13528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478" name="Google Shape;478;g3f699196abe_36_1352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266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percentage bars">
  <p:cSld name="CUSTOM_4_10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0" name="Google Shape;480;g3f699196abe_36_1354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81" name="Google Shape;481;g3f699196abe_36_1354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2" name="Google Shape;482;g3f699196abe_36_1354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3" name="Google Shape;483;g3f699196abe_36_1354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84" name="Google Shape;484;g3f699196abe_36_13544"/>
          <p:cNvSpPr txBox="1"/>
          <p:nvPr>
            <p:ph idx="2" type="subTitle"/>
          </p:nvPr>
        </p:nvSpPr>
        <p:spPr>
          <a:xfrm>
            <a:off x="8048050" y="28986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85" name="Google Shape;485;g3f699196abe_36_13544"/>
          <p:cNvSpPr txBox="1"/>
          <p:nvPr>
            <p:ph idx="3" type="subTitle"/>
          </p:nvPr>
        </p:nvSpPr>
        <p:spPr>
          <a:xfrm>
            <a:off x="8048050" y="25406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86" name="Google Shape;486;g3f699196abe_36_13544"/>
          <p:cNvSpPr txBox="1"/>
          <p:nvPr>
            <p:ph idx="4" type="subTitle"/>
          </p:nvPr>
        </p:nvSpPr>
        <p:spPr>
          <a:xfrm>
            <a:off x="8048050" y="46768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487" name="Google Shape;487;g3f699196abe_36_13544"/>
          <p:cNvSpPr txBox="1"/>
          <p:nvPr>
            <p:ph idx="5" type="subTitle"/>
          </p:nvPr>
        </p:nvSpPr>
        <p:spPr>
          <a:xfrm>
            <a:off x="8048050" y="43188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488" name="Google Shape;488;g3f699196abe_36_13544"/>
          <p:cNvSpPr/>
          <p:nvPr/>
        </p:nvSpPr>
        <p:spPr>
          <a:xfrm>
            <a:off x="8895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g3f699196abe_36_13544"/>
          <p:cNvSpPr/>
          <p:nvPr/>
        </p:nvSpPr>
        <p:spPr>
          <a:xfrm>
            <a:off x="8895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g3f699196abe_36_13544"/>
          <p:cNvSpPr/>
          <p:nvPr/>
        </p:nvSpPr>
        <p:spPr>
          <a:xfrm>
            <a:off x="8895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g3f699196abe_36_13544"/>
          <p:cNvSpPr/>
          <p:nvPr/>
        </p:nvSpPr>
        <p:spPr>
          <a:xfrm>
            <a:off x="8895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g3f699196abe_36_13544"/>
          <p:cNvSpPr/>
          <p:nvPr/>
        </p:nvSpPr>
        <p:spPr>
          <a:xfrm>
            <a:off x="8895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g3f699196abe_36_13544"/>
          <p:cNvSpPr/>
          <p:nvPr/>
        </p:nvSpPr>
        <p:spPr>
          <a:xfrm>
            <a:off x="8895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g3f699196abe_36_13544"/>
          <p:cNvSpPr/>
          <p:nvPr/>
        </p:nvSpPr>
        <p:spPr>
          <a:xfrm>
            <a:off x="8895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3f699196abe_36_13544"/>
          <p:cNvSpPr/>
          <p:nvPr/>
        </p:nvSpPr>
        <p:spPr>
          <a:xfrm>
            <a:off x="8895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g3f699196abe_36_13544"/>
          <p:cNvSpPr/>
          <p:nvPr/>
        </p:nvSpPr>
        <p:spPr>
          <a:xfrm>
            <a:off x="8895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g3f699196abe_36_13544"/>
          <p:cNvSpPr/>
          <p:nvPr/>
        </p:nvSpPr>
        <p:spPr>
          <a:xfrm>
            <a:off x="8895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g3f699196abe_36_13544"/>
          <p:cNvSpPr/>
          <p:nvPr/>
        </p:nvSpPr>
        <p:spPr>
          <a:xfrm>
            <a:off x="15860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g3f699196abe_36_13544"/>
          <p:cNvSpPr/>
          <p:nvPr/>
        </p:nvSpPr>
        <p:spPr>
          <a:xfrm>
            <a:off x="15860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g3f699196abe_36_13544"/>
          <p:cNvSpPr/>
          <p:nvPr/>
        </p:nvSpPr>
        <p:spPr>
          <a:xfrm>
            <a:off x="15860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g3f699196abe_36_13544"/>
          <p:cNvSpPr/>
          <p:nvPr/>
        </p:nvSpPr>
        <p:spPr>
          <a:xfrm>
            <a:off x="15860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g3f699196abe_36_13544"/>
          <p:cNvSpPr/>
          <p:nvPr/>
        </p:nvSpPr>
        <p:spPr>
          <a:xfrm>
            <a:off x="15860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g3f699196abe_36_13544"/>
          <p:cNvSpPr/>
          <p:nvPr/>
        </p:nvSpPr>
        <p:spPr>
          <a:xfrm>
            <a:off x="15860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g3f699196abe_36_13544"/>
          <p:cNvSpPr/>
          <p:nvPr/>
        </p:nvSpPr>
        <p:spPr>
          <a:xfrm>
            <a:off x="15860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g3f699196abe_36_13544"/>
          <p:cNvSpPr/>
          <p:nvPr/>
        </p:nvSpPr>
        <p:spPr>
          <a:xfrm>
            <a:off x="15860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g3f699196abe_36_13544"/>
          <p:cNvSpPr/>
          <p:nvPr/>
        </p:nvSpPr>
        <p:spPr>
          <a:xfrm>
            <a:off x="15860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g3f699196abe_36_13544"/>
          <p:cNvSpPr/>
          <p:nvPr/>
        </p:nvSpPr>
        <p:spPr>
          <a:xfrm>
            <a:off x="15860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g3f699196abe_36_13544"/>
          <p:cNvSpPr/>
          <p:nvPr/>
        </p:nvSpPr>
        <p:spPr>
          <a:xfrm>
            <a:off x="22824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g3f699196abe_36_13544"/>
          <p:cNvSpPr/>
          <p:nvPr/>
        </p:nvSpPr>
        <p:spPr>
          <a:xfrm>
            <a:off x="22824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g3f699196abe_36_13544"/>
          <p:cNvSpPr/>
          <p:nvPr/>
        </p:nvSpPr>
        <p:spPr>
          <a:xfrm>
            <a:off x="22824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g3f699196abe_36_13544"/>
          <p:cNvSpPr/>
          <p:nvPr/>
        </p:nvSpPr>
        <p:spPr>
          <a:xfrm>
            <a:off x="22824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g3f699196abe_36_13544"/>
          <p:cNvSpPr/>
          <p:nvPr/>
        </p:nvSpPr>
        <p:spPr>
          <a:xfrm>
            <a:off x="22824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g3f699196abe_36_13544"/>
          <p:cNvSpPr/>
          <p:nvPr/>
        </p:nvSpPr>
        <p:spPr>
          <a:xfrm>
            <a:off x="22824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g3f699196abe_36_13544"/>
          <p:cNvSpPr/>
          <p:nvPr/>
        </p:nvSpPr>
        <p:spPr>
          <a:xfrm>
            <a:off x="22824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g3f699196abe_36_13544"/>
          <p:cNvSpPr/>
          <p:nvPr/>
        </p:nvSpPr>
        <p:spPr>
          <a:xfrm>
            <a:off x="22824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g3f699196abe_36_13544"/>
          <p:cNvSpPr/>
          <p:nvPr/>
        </p:nvSpPr>
        <p:spPr>
          <a:xfrm>
            <a:off x="22824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g3f699196abe_36_13544"/>
          <p:cNvSpPr/>
          <p:nvPr/>
        </p:nvSpPr>
        <p:spPr>
          <a:xfrm>
            <a:off x="22824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g3f699196abe_36_13544"/>
          <p:cNvSpPr/>
          <p:nvPr/>
        </p:nvSpPr>
        <p:spPr>
          <a:xfrm>
            <a:off x="29789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g3f699196abe_36_13544"/>
          <p:cNvSpPr/>
          <p:nvPr/>
        </p:nvSpPr>
        <p:spPr>
          <a:xfrm>
            <a:off x="29789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g3f699196abe_36_13544"/>
          <p:cNvSpPr/>
          <p:nvPr/>
        </p:nvSpPr>
        <p:spPr>
          <a:xfrm>
            <a:off x="29789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g3f699196abe_36_13544"/>
          <p:cNvSpPr/>
          <p:nvPr/>
        </p:nvSpPr>
        <p:spPr>
          <a:xfrm>
            <a:off x="29789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g3f699196abe_36_13544"/>
          <p:cNvSpPr/>
          <p:nvPr/>
        </p:nvSpPr>
        <p:spPr>
          <a:xfrm>
            <a:off x="29789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g3f699196abe_36_13544"/>
          <p:cNvSpPr/>
          <p:nvPr/>
        </p:nvSpPr>
        <p:spPr>
          <a:xfrm>
            <a:off x="29789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g3f699196abe_36_13544"/>
          <p:cNvSpPr/>
          <p:nvPr/>
        </p:nvSpPr>
        <p:spPr>
          <a:xfrm>
            <a:off x="29789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g3f699196abe_36_13544"/>
          <p:cNvSpPr/>
          <p:nvPr/>
        </p:nvSpPr>
        <p:spPr>
          <a:xfrm>
            <a:off x="29789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g3f699196abe_36_13544"/>
          <p:cNvSpPr/>
          <p:nvPr/>
        </p:nvSpPr>
        <p:spPr>
          <a:xfrm>
            <a:off x="29789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g3f699196abe_36_13544"/>
          <p:cNvSpPr/>
          <p:nvPr/>
        </p:nvSpPr>
        <p:spPr>
          <a:xfrm>
            <a:off x="29789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g3f699196abe_36_13544"/>
          <p:cNvSpPr/>
          <p:nvPr/>
        </p:nvSpPr>
        <p:spPr>
          <a:xfrm>
            <a:off x="36754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g3f699196abe_36_13544"/>
          <p:cNvSpPr/>
          <p:nvPr/>
        </p:nvSpPr>
        <p:spPr>
          <a:xfrm>
            <a:off x="36754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g3f699196abe_36_13544"/>
          <p:cNvSpPr/>
          <p:nvPr/>
        </p:nvSpPr>
        <p:spPr>
          <a:xfrm>
            <a:off x="36754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g3f699196abe_36_13544"/>
          <p:cNvSpPr/>
          <p:nvPr/>
        </p:nvSpPr>
        <p:spPr>
          <a:xfrm>
            <a:off x="36754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g3f699196abe_36_13544"/>
          <p:cNvSpPr/>
          <p:nvPr/>
        </p:nvSpPr>
        <p:spPr>
          <a:xfrm>
            <a:off x="36754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g3f699196abe_36_13544"/>
          <p:cNvSpPr/>
          <p:nvPr/>
        </p:nvSpPr>
        <p:spPr>
          <a:xfrm>
            <a:off x="36754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g3f699196abe_36_13544"/>
          <p:cNvSpPr/>
          <p:nvPr/>
        </p:nvSpPr>
        <p:spPr>
          <a:xfrm>
            <a:off x="36754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g3f699196abe_36_13544"/>
          <p:cNvSpPr/>
          <p:nvPr/>
        </p:nvSpPr>
        <p:spPr>
          <a:xfrm>
            <a:off x="36754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g3f699196abe_36_13544"/>
          <p:cNvSpPr/>
          <p:nvPr/>
        </p:nvSpPr>
        <p:spPr>
          <a:xfrm>
            <a:off x="36754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g3f699196abe_36_13544"/>
          <p:cNvSpPr/>
          <p:nvPr/>
        </p:nvSpPr>
        <p:spPr>
          <a:xfrm>
            <a:off x="36754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g3f699196abe_36_13544"/>
          <p:cNvSpPr/>
          <p:nvPr/>
        </p:nvSpPr>
        <p:spPr>
          <a:xfrm>
            <a:off x="43719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g3f699196abe_36_13544"/>
          <p:cNvSpPr/>
          <p:nvPr/>
        </p:nvSpPr>
        <p:spPr>
          <a:xfrm>
            <a:off x="43719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g3f699196abe_36_13544"/>
          <p:cNvSpPr/>
          <p:nvPr/>
        </p:nvSpPr>
        <p:spPr>
          <a:xfrm>
            <a:off x="43719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g3f699196abe_36_13544"/>
          <p:cNvSpPr/>
          <p:nvPr/>
        </p:nvSpPr>
        <p:spPr>
          <a:xfrm>
            <a:off x="43719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g3f699196abe_36_13544"/>
          <p:cNvSpPr/>
          <p:nvPr/>
        </p:nvSpPr>
        <p:spPr>
          <a:xfrm>
            <a:off x="43719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g3f699196abe_36_13544"/>
          <p:cNvSpPr/>
          <p:nvPr/>
        </p:nvSpPr>
        <p:spPr>
          <a:xfrm>
            <a:off x="43719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g3f699196abe_36_13544"/>
          <p:cNvSpPr/>
          <p:nvPr/>
        </p:nvSpPr>
        <p:spPr>
          <a:xfrm>
            <a:off x="43719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g3f699196abe_36_13544"/>
          <p:cNvSpPr/>
          <p:nvPr/>
        </p:nvSpPr>
        <p:spPr>
          <a:xfrm>
            <a:off x="43719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g3f699196abe_36_13544"/>
          <p:cNvSpPr/>
          <p:nvPr/>
        </p:nvSpPr>
        <p:spPr>
          <a:xfrm>
            <a:off x="43719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g3f699196abe_36_13544"/>
          <p:cNvSpPr/>
          <p:nvPr/>
        </p:nvSpPr>
        <p:spPr>
          <a:xfrm>
            <a:off x="43719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g3f699196abe_36_13544"/>
          <p:cNvSpPr/>
          <p:nvPr/>
        </p:nvSpPr>
        <p:spPr>
          <a:xfrm>
            <a:off x="50683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g3f699196abe_36_13544"/>
          <p:cNvSpPr/>
          <p:nvPr/>
        </p:nvSpPr>
        <p:spPr>
          <a:xfrm>
            <a:off x="50683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g3f699196abe_36_13544"/>
          <p:cNvSpPr/>
          <p:nvPr/>
        </p:nvSpPr>
        <p:spPr>
          <a:xfrm>
            <a:off x="50683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g3f699196abe_36_13544"/>
          <p:cNvSpPr/>
          <p:nvPr/>
        </p:nvSpPr>
        <p:spPr>
          <a:xfrm>
            <a:off x="50683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g3f699196abe_36_13544"/>
          <p:cNvSpPr/>
          <p:nvPr/>
        </p:nvSpPr>
        <p:spPr>
          <a:xfrm>
            <a:off x="50683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g3f699196abe_36_13544"/>
          <p:cNvSpPr/>
          <p:nvPr/>
        </p:nvSpPr>
        <p:spPr>
          <a:xfrm>
            <a:off x="50683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g3f699196abe_36_13544"/>
          <p:cNvSpPr/>
          <p:nvPr/>
        </p:nvSpPr>
        <p:spPr>
          <a:xfrm>
            <a:off x="50683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g3f699196abe_36_13544"/>
          <p:cNvSpPr/>
          <p:nvPr/>
        </p:nvSpPr>
        <p:spPr>
          <a:xfrm>
            <a:off x="50683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g3f699196abe_36_13544"/>
          <p:cNvSpPr/>
          <p:nvPr/>
        </p:nvSpPr>
        <p:spPr>
          <a:xfrm>
            <a:off x="50683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g3f699196abe_36_13544"/>
          <p:cNvSpPr/>
          <p:nvPr/>
        </p:nvSpPr>
        <p:spPr>
          <a:xfrm>
            <a:off x="50683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g3f699196abe_36_13544"/>
          <p:cNvSpPr/>
          <p:nvPr/>
        </p:nvSpPr>
        <p:spPr>
          <a:xfrm>
            <a:off x="57648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g3f699196abe_36_13544"/>
          <p:cNvSpPr/>
          <p:nvPr/>
        </p:nvSpPr>
        <p:spPr>
          <a:xfrm>
            <a:off x="57648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g3f699196abe_36_13544"/>
          <p:cNvSpPr/>
          <p:nvPr/>
        </p:nvSpPr>
        <p:spPr>
          <a:xfrm>
            <a:off x="57648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g3f699196abe_36_13544"/>
          <p:cNvSpPr/>
          <p:nvPr/>
        </p:nvSpPr>
        <p:spPr>
          <a:xfrm>
            <a:off x="57648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g3f699196abe_36_13544"/>
          <p:cNvSpPr/>
          <p:nvPr/>
        </p:nvSpPr>
        <p:spPr>
          <a:xfrm>
            <a:off x="57648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g3f699196abe_36_13544"/>
          <p:cNvSpPr/>
          <p:nvPr/>
        </p:nvSpPr>
        <p:spPr>
          <a:xfrm>
            <a:off x="57648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g3f699196abe_36_13544"/>
          <p:cNvSpPr/>
          <p:nvPr/>
        </p:nvSpPr>
        <p:spPr>
          <a:xfrm>
            <a:off x="57648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g3f699196abe_36_13544"/>
          <p:cNvSpPr/>
          <p:nvPr/>
        </p:nvSpPr>
        <p:spPr>
          <a:xfrm>
            <a:off x="57648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g3f699196abe_36_13544"/>
          <p:cNvSpPr/>
          <p:nvPr/>
        </p:nvSpPr>
        <p:spPr>
          <a:xfrm>
            <a:off x="57648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g3f699196abe_36_13544"/>
          <p:cNvSpPr/>
          <p:nvPr/>
        </p:nvSpPr>
        <p:spPr>
          <a:xfrm>
            <a:off x="57648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g3f699196abe_36_13544"/>
          <p:cNvSpPr/>
          <p:nvPr/>
        </p:nvSpPr>
        <p:spPr>
          <a:xfrm>
            <a:off x="64613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g3f699196abe_36_13544"/>
          <p:cNvSpPr/>
          <p:nvPr/>
        </p:nvSpPr>
        <p:spPr>
          <a:xfrm>
            <a:off x="64613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g3f699196abe_36_13544"/>
          <p:cNvSpPr/>
          <p:nvPr/>
        </p:nvSpPr>
        <p:spPr>
          <a:xfrm>
            <a:off x="64613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g3f699196abe_36_13544"/>
          <p:cNvSpPr/>
          <p:nvPr/>
        </p:nvSpPr>
        <p:spPr>
          <a:xfrm>
            <a:off x="64613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g3f699196abe_36_13544"/>
          <p:cNvSpPr/>
          <p:nvPr/>
        </p:nvSpPr>
        <p:spPr>
          <a:xfrm>
            <a:off x="64613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g3f699196abe_36_13544"/>
          <p:cNvSpPr/>
          <p:nvPr/>
        </p:nvSpPr>
        <p:spPr>
          <a:xfrm>
            <a:off x="64613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g3f699196abe_36_13544"/>
          <p:cNvSpPr/>
          <p:nvPr/>
        </p:nvSpPr>
        <p:spPr>
          <a:xfrm>
            <a:off x="64613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g3f699196abe_36_13544"/>
          <p:cNvSpPr/>
          <p:nvPr/>
        </p:nvSpPr>
        <p:spPr>
          <a:xfrm>
            <a:off x="64613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g3f699196abe_36_13544"/>
          <p:cNvSpPr/>
          <p:nvPr/>
        </p:nvSpPr>
        <p:spPr>
          <a:xfrm>
            <a:off x="64613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g3f699196abe_36_13544"/>
          <p:cNvSpPr/>
          <p:nvPr/>
        </p:nvSpPr>
        <p:spPr>
          <a:xfrm>
            <a:off x="64613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g3f699196abe_36_13544"/>
          <p:cNvSpPr/>
          <p:nvPr/>
        </p:nvSpPr>
        <p:spPr>
          <a:xfrm>
            <a:off x="71578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g3f699196abe_36_13544"/>
          <p:cNvSpPr/>
          <p:nvPr/>
        </p:nvSpPr>
        <p:spPr>
          <a:xfrm>
            <a:off x="71578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g3f699196abe_36_13544"/>
          <p:cNvSpPr/>
          <p:nvPr/>
        </p:nvSpPr>
        <p:spPr>
          <a:xfrm>
            <a:off x="71578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g3f699196abe_36_13544"/>
          <p:cNvSpPr/>
          <p:nvPr/>
        </p:nvSpPr>
        <p:spPr>
          <a:xfrm>
            <a:off x="71578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g3f699196abe_36_13544"/>
          <p:cNvSpPr/>
          <p:nvPr/>
        </p:nvSpPr>
        <p:spPr>
          <a:xfrm>
            <a:off x="71578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g3f699196abe_36_13544"/>
          <p:cNvSpPr/>
          <p:nvPr/>
        </p:nvSpPr>
        <p:spPr>
          <a:xfrm>
            <a:off x="71578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g3f699196abe_36_13544"/>
          <p:cNvSpPr/>
          <p:nvPr/>
        </p:nvSpPr>
        <p:spPr>
          <a:xfrm>
            <a:off x="71578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g3f699196abe_36_13544"/>
          <p:cNvSpPr/>
          <p:nvPr/>
        </p:nvSpPr>
        <p:spPr>
          <a:xfrm>
            <a:off x="71578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g3f699196abe_36_13544"/>
          <p:cNvSpPr/>
          <p:nvPr/>
        </p:nvSpPr>
        <p:spPr>
          <a:xfrm>
            <a:off x="71578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g3f699196abe_36_13544"/>
          <p:cNvSpPr/>
          <p:nvPr/>
        </p:nvSpPr>
        <p:spPr>
          <a:xfrm>
            <a:off x="71578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g3f699196abe_36_13544"/>
          <p:cNvSpPr/>
          <p:nvPr/>
        </p:nvSpPr>
        <p:spPr>
          <a:xfrm>
            <a:off x="8895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g3f699196abe_36_13544"/>
          <p:cNvSpPr/>
          <p:nvPr/>
        </p:nvSpPr>
        <p:spPr>
          <a:xfrm>
            <a:off x="8895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g3f699196abe_36_13544"/>
          <p:cNvSpPr/>
          <p:nvPr/>
        </p:nvSpPr>
        <p:spPr>
          <a:xfrm>
            <a:off x="8895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g3f699196abe_36_13544"/>
          <p:cNvSpPr/>
          <p:nvPr/>
        </p:nvSpPr>
        <p:spPr>
          <a:xfrm>
            <a:off x="8895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g3f699196abe_36_13544"/>
          <p:cNvSpPr/>
          <p:nvPr/>
        </p:nvSpPr>
        <p:spPr>
          <a:xfrm>
            <a:off x="8895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g3f699196abe_36_13544"/>
          <p:cNvSpPr/>
          <p:nvPr/>
        </p:nvSpPr>
        <p:spPr>
          <a:xfrm>
            <a:off x="8895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g3f699196abe_36_13544"/>
          <p:cNvSpPr/>
          <p:nvPr/>
        </p:nvSpPr>
        <p:spPr>
          <a:xfrm>
            <a:off x="8895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g3f699196abe_36_13544"/>
          <p:cNvSpPr/>
          <p:nvPr/>
        </p:nvSpPr>
        <p:spPr>
          <a:xfrm>
            <a:off x="8895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6" name="Google Shape;596;g3f699196abe_36_13544"/>
          <p:cNvSpPr/>
          <p:nvPr/>
        </p:nvSpPr>
        <p:spPr>
          <a:xfrm>
            <a:off x="8895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g3f699196abe_36_13544"/>
          <p:cNvSpPr/>
          <p:nvPr/>
        </p:nvSpPr>
        <p:spPr>
          <a:xfrm>
            <a:off x="8895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g3f699196abe_36_13544"/>
          <p:cNvSpPr/>
          <p:nvPr/>
        </p:nvSpPr>
        <p:spPr>
          <a:xfrm>
            <a:off x="15860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g3f699196abe_36_13544"/>
          <p:cNvSpPr/>
          <p:nvPr/>
        </p:nvSpPr>
        <p:spPr>
          <a:xfrm>
            <a:off x="15860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g3f699196abe_36_13544"/>
          <p:cNvSpPr/>
          <p:nvPr/>
        </p:nvSpPr>
        <p:spPr>
          <a:xfrm>
            <a:off x="15860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g3f699196abe_36_13544"/>
          <p:cNvSpPr/>
          <p:nvPr/>
        </p:nvSpPr>
        <p:spPr>
          <a:xfrm>
            <a:off x="15860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g3f699196abe_36_13544"/>
          <p:cNvSpPr/>
          <p:nvPr/>
        </p:nvSpPr>
        <p:spPr>
          <a:xfrm>
            <a:off x="15860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g3f699196abe_36_13544"/>
          <p:cNvSpPr/>
          <p:nvPr/>
        </p:nvSpPr>
        <p:spPr>
          <a:xfrm>
            <a:off x="15860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g3f699196abe_36_13544"/>
          <p:cNvSpPr/>
          <p:nvPr/>
        </p:nvSpPr>
        <p:spPr>
          <a:xfrm>
            <a:off x="15860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g3f699196abe_36_13544"/>
          <p:cNvSpPr/>
          <p:nvPr/>
        </p:nvSpPr>
        <p:spPr>
          <a:xfrm>
            <a:off x="15860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g3f699196abe_36_13544"/>
          <p:cNvSpPr/>
          <p:nvPr/>
        </p:nvSpPr>
        <p:spPr>
          <a:xfrm>
            <a:off x="15860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g3f699196abe_36_13544"/>
          <p:cNvSpPr/>
          <p:nvPr/>
        </p:nvSpPr>
        <p:spPr>
          <a:xfrm>
            <a:off x="15860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g3f699196abe_36_13544"/>
          <p:cNvSpPr/>
          <p:nvPr/>
        </p:nvSpPr>
        <p:spPr>
          <a:xfrm>
            <a:off x="22824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g3f699196abe_36_13544"/>
          <p:cNvSpPr/>
          <p:nvPr/>
        </p:nvSpPr>
        <p:spPr>
          <a:xfrm>
            <a:off x="22824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g3f699196abe_36_13544"/>
          <p:cNvSpPr/>
          <p:nvPr/>
        </p:nvSpPr>
        <p:spPr>
          <a:xfrm>
            <a:off x="22824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g3f699196abe_36_13544"/>
          <p:cNvSpPr/>
          <p:nvPr/>
        </p:nvSpPr>
        <p:spPr>
          <a:xfrm>
            <a:off x="22824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g3f699196abe_36_13544"/>
          <p:cNvSpPr/>
          <p:nvPr/>
        </p:nvSpPr>
        <p:spPr>
          <a:xfrm>
            <a:off x="22824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g3f699196abe_36_13544"/>
          <p:cNvSpPr/>
          <p:nvPr/>
        </p:nvSpPr>
        <p:spPr>
          <a:xfrm>
            <a:off x="22824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g3f699196abe_36_13544"/>
          <p:cNvSpPr/>
          <p:nvPr/>
        </p:nvSpPr>
        <p:spPr>
          <a:xfrm>
            <a:off x="22824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g3f699196abe_36_13544"/>
          <p:cNvSpPr/>
          <p:nvPr/>
        </p:nvSpPr>
        <p:spPr>
          <a:xfrm>
            <a:off x="22824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g3f699196abe_36_13544"/>
          <p:cNvSpPr/>
          <p:nvPr/>
        </p:nvSpPr>
        <p:spPr>
          <a:xfrm>
            <a:off x="22824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g3f699196abe_36_13544"/>
          <p:cNvSpPr/>
          <p:nvPr/>
        </p:nvSpPr>
        <p:spPr>
          <a:xfrm>
            <a:off x="22824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g3f699196abe_36_13544"/>
          <p:cNvSpPr/>
          <p:nvPr/>
        </p:nvSpPr>
        <p:spPr>
          <a:xfrm>
            <a:off x="29789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g3f699196abe_36_13544"/>
          <p:cNvSpPr/>
          <p:nvPr/>
        </p:nvSpPr>
        <p:spPr>
          <a:xfrm>
            <a:off x="29789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g3f699196abe_36_13544"/>
          <p:cNvSpPr/>
          <p:nvPr/>
        </p:nvSpPr>
        <p:spPr>
          <a:xfrm>
            <a:off x="29789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g3f699196abe_36_13544"/>
          <p:cNvSpPr/>
          <p:nvPr/>
        </p:nvSpPr>
        <p:spPr>
          <a:xfrm>
            <a:off x="29789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g3f699196abe_36_13544"/>
          <p:cNvSpPr/>
          <p:nvPr/>
        </p:nvSpPr>
        <p:spPr>
          <a:xfrm>
            <a:off x="29789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g3f699196abe_36_13544"/>
          <p:cNvSpPr/>
          <p:nvPr/>
        </p:nvSpPr>
        <p:spPr>
          <a:xfrm>
            <a:off x="29789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g3f699196abe_36_13544"/>
          <p:cNvSpPr/>
          <p:nvPr/>
        </p:nvSpPr>
        <p:spPr>
          <a:xfrm>
            <a:off x="29789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g3f699196abe_36_13544"/>
          <p:cNvSpPr/>
          <p:nvPr/>
        </p:nvSpPr>
        <p:spPr>
          <a:xfrm>
            <a:off x="29789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g3f699196abe_36_13544"/>
          <p:cNvSpPr/>
          <p:nvPr/>
        </p:nvSpPr>
        <p:spPr>
          <a:xfrm>
            <a:off x="29789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g3f699196abe_36_13544"/>
          <p:cNvSpPr/>
          <p:nvPr/>
        </p:nvSpPr>
        <p:spPr>
          <a:xfrm>
            <a:off x="29789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g3f699196abe_36_13544"/>
          <p:cNvSpPr/>
          <p:nvPr/>
        </p:nvSpPr>
        <p:spPr>
          <a:xfrm>
            <a:off x="36754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g3f699196abe_36_13544"/>
          <p:cNvSpPr/>
          <p:nvPr/>
        </p:nvSpPr>
        <p:spPr>
          <a:xfrm>
            <a:off x="36754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g3f699196abe_36_13544"/>
          <p:cNvSpPr/>
          <p:nvPr/>
        </p:nvSpPr>
        <p:spPr>
          <a:xfrm>
            <a:off x="36754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g3f699196abe_36_13544"/>
          <p:cNvSpPr/>
          <p:nvPr/>
        </p:nvSpPr>
        <p:spPr>
          <a:xfrm>
            <a:off x="36754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g3f699196abe_36_13544"/>
          <p:cNvSpPr/>
          <p:nvPr/>
        </p:nvSpPr>
        <p:spPr>
          <a:xfrm>
            <a:off x="36754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g3f699196abe_36_13544"/>
          <p:cNvSpPr/>
          <p:nvPr/>
        </p:nvSpPr>
        <p:spPr>
          <a:xfrm>
            <a:off x="36754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g3f699196abe_36_13544"/>
          <p:cNvSpPr/>
          <p:nvPr/>
        </p:nvSpPr>
        <p:spPr>
          <a:xfrm>
            <a:off x="36754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g3f699196abe_36_13544"/>
          <p:cNvSpPr/>
          <p:nvPr/>
        </p:nvSpPr>
        <p:spPr>
          <a:xfrm>
            <a:off x="36754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g3f699196abe_36_13544"/>
          <p:cNvSpPr/>
          <p:nvPr/>
        </p:nvSpPr>
        <p:spPr>
          <a:xfrm>
            <a:off x="36754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g3f699196abe_36_13544"/>
          <p:cNvSpPr/>
          <p:nvPr/>
        </p:nvSpPr>
        <p:spPr>
          <a:xfrm>
            <a:off x="36754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g3f699196abe_36_13544"/>
          <p:cNvSpPr/>
          <p:nvPr/>
        </p:nvSpPr>
        <p:spPr>
          <a:xfrm>
            <a:off x="43719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g3f699196abe_36_13544"/>
          <p:cNvSpPr/>
          <p:nvPr/>
        </p:nvSpPr>
        <p:spPr>
          <a:xfrm>
            <a:off x="43719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g3f699196abe_36_13544"/>
          <p:cNvSpPr/>
          <p:nvPr/>
        </p:nvSpPr>
        <p:spPr>
          <a:xfrm>
            <a:off x="43719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g3f699196abe_36_13544"/>
          <p:cNvSpPr/>
          <p:nvPr/>
        </p:nvSpPr>
        <p:spPr>
          <a:xfrm>
            <a:off x="43719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g3f699196abe_36_13544"/>
          <p:cNvSpPr/>
          <p:nvPr/>
        </p:nvSpPr>
        <p:spPr>
          <a:xfrm>
            <a:off x="43719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g3f699196abe_36_13544"/>
          <p:cNvSpPr/>
          <p:nvPr/>
        </p:nvSpPr>
        <p:spPr>
          <a:xfrm>
            <a:off x="43719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g3f699196abe_36_13544"/>
          <p:cNvSpPr/>
          <p:nvPr/>
        </p:nvSpPr>
        <p:spPr>
          <a:xfrm>
            <a:off x="43719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g3f699196abe_36_13544"/>
          <p:cNvSpPr/>
          <p:nvPr/>
        </p:nvSpPr>
        <p:spPr>
          <a:xfrm>
            <a:off x="43719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g3f699196abe_36_13544"/>
          <p:cNvSpPr/>
          <p:nvPr/>
        </p:nvSpPr>
        <p:spPr>
          <a:xfrm>
            <a:off x="43719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g3f699196abe_36_13544"/>
          <p:cNvSpPr/>
          <p:nvPr/>
        </p:nvSpPr>
        <p:spPr>
          <a:xfrm>
            <a:off x="43719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g3f699196abe_36_13544"/>
          <p:cNvSpPr/>
          <p:nvPr/>
        </p:nvSpPr>
        <p:spPr>
          <a:xfrm>
            <a:off x="50683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g3f699196abe_36_13544"/>
          <p:cNvSpPr/>
          <p:nvPr/>
        </p:nvSpPr>
        <p:spPr>
          <a:xfrm>
            <a:off x="50683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g3f699196abe_36_13544"/>
          <p:cNvSpPr/>
          <p:nvPr/>
        </p:nvSpPr>
        <p:spPr>
          <a:xfrm>
            <a:off x="50683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g3f699196abe_36_13544"/>
          <p:cNvSpPr/>
          <p:nvPr/>
        </p:nvSpPr>
        <p:spPr>
          <a:xfrm>
            <a:off x="50683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g3f699196abe_36_13544"/>
          <p:cNvSpPr/>
          <p:nvPr/>
        </p:nvSpPr>
        <p:spPr>
          <a:xfrm>
            <a:off x="50683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g3f699196abe_36_13544"/>
          <p:cNvSpPr/>
          <p:nvPr/>
        </p:nvSpPr>
        <p:spPr>
          <a:xfrm>
            <a:off x="50683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g3f699196abe_36_13544"/>
          <p:cNvSpPr/>
          <p:nvPr/>
        </p:nvSpPr>
        <p:spPr>
          <a:xfrm>
            <a:off x="50683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g3f699196abe_36_13544"/>
          <p:cNvSpPr/>
          <p:nvPr/>
        </p:nvSpPr>
        <p:spPr>
          <a:xfrm>
            <a:off x="50683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g3f699196abe_36_13544"/>
          <p:cNvSpPr/>
          <p:nvPr/>
        </p:nvSpPr>
        <p:spPr>
          <a:xfrm>
            <a:off x="50683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g3f699196abe_36_13544"/>
          <p:cNvSpPr/>
          <p:nvPr/>
        </p:nvSpPr>
        <p:spPr>
          <a:xfrm>
            <a:off x="50683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g3f699196abe_36_13544"/>
          <p:cNvSpPr/>
          <p:nvPr/>
        </p:nvSpPr>
        <p:spPr>
          <a:xfrm>
            <a:off x="57648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g3f699196abe_36_13544"/>
          <p:cNvSpPr/>
          <p:nvPr/>
        </p:nvSpPr>
        <p:spPr>
          <a:xfrm>
            <a:off x="57648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g3f699196abe_36_13544"/>
          <p:cNvSpPr/>
          <p:nvPr/>
        </p:nvSpPr>
        <p:spPr>
          <a:xfrm>
            <a:off x="57648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g3f699196abe_36_13544"/>
          <p:cNvSpPr/>
          <p:nvPr/>
        </p:nvSpPr>
        <p:spPr>
          <a:xfrm>
            <a:off x="57648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g3f699196abe_36_13544"/>
          <p:cNvSpPr/>
          <p:nvPr/>
        </p:nvSpPr>
        <p:spPr>
          <a:xfrm>
            <a:off x="57648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g3f699196abe_36_13544"/>
          <p:cNvSpPr/>
          <p:nvPr/>
        </p:nvSpPr>
        <p:spPr>
          <a:xfrm>
            <a:off x="57648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g3f699196abe_36_13544"/>
          <p:cNvSpPr/>
          <p:nvPr/>
        </p:nvSpPr>
        <p:spPr>
          <a:xfrm>
            <a:off x="57648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g3f699196abe_36_13544"/>
          <p:cNvSpPr/>
          <p:nvPr/>
        </p:nvSpPr>
        <p:spPr>
          <a:xfrm>
            <a:off x="57648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g3f699196abe_36_13544"/>
          <p:cNvSpPr/>
          <p:nvPr/>
        </p:nvSpPr>
        <p:spPr>
          <a:xfrm>
            <a:off x="57648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g3f699196abe_36_13544"/>
          <p:cNvSpPr/>
          <p:nvPr/>
        </p:nvSpPr>
        <p:spPr>
          <a:xfrm>
            <a:off x="57648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g3f699196abe_36_13544"/>
          <p:cNvSpPr/>
          <p:nvPr/>
        </p:nvSpPr>
        <p:spPr>
          <a:xfrm>
            <a:off x="64613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g3f699196abe_36_13544"/>
          <p:cNvSpPr/>
          <p:nvPr/>
        </p:nvSpPr>
        <p:spPr>
          <a:xfrm>
            <a:off x="64613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g3f699196abe_36_13544"/>
          <p:cNvSpPr/>
          <p:nvPr/>
        </p:nvSpPr>
        <p:spPr>
          <a:xfrm>
            <a:off x="64613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g3f699196abe_36_13544"/>
          <p:cNvSpPr/>
          <p:nvPr/>
        </p:nvSpPr>
        <p:spPr>
          <a:xfrm>
            <a:off x="64613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g3f699196abe_36_13544"/>
          <p:cNvSpPr/>
          <p:nvPr/>
        </p:nvSpPr>
        <p:spPr>
          <a:xfrm>
            <a:off x="64613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g3f699196abe_36_13544"/>
          <p:cNvSpPr/>
          <p:nvPr/>
        </p:nvSpPr>
        <p:spPr>
          <a:xfrm>
            <a:off x="64613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g3f699196abe_36_13544"/>
          <p:cNvSpPr/>
          <p:nvPr/>
        </p:nvSpPr>
        <p:spPr>
          <a:xfrm>
            <a:off x="64613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g3f699196abe_36_13544"/>
          <p:cNvSpPr/>
          <p:nvPr/>
        </p:nvSpPr>
        <p:spPr>
          <a:xfrm>
            <a:off x="64613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g3f699196abe_36_13544"/>
          <p:cNvSpPr/>
          <p:nvPr/>
        </p:nvSpPr>
        <p:spPr>
          <a:xfrm>
            <a:off x="64613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g3f699196abe_36_13544"/>
          <p:cNvSpPr/>
          <p:nvPr/>
        </p:nvSpPr>
        <p:spPr>
          <a:xfrm>
            <a:off x="64613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g3f699196abe_36_13544"/>
          <p:cNvSpPr/>
          <p:nvPr/>
        </p:nvSpPr>
        <p:spPr>
          <a:xfrm>
            <a:off x="71578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g3f699196abe_36_13544"/>
          <p:cNvSpPr/>
          <p:nvPr/>
        </p:nvSpPr>
        <p:spPr>
          <a:xfrm>
            <a:off x="71578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g3f699196abe_36_13544"/>
          <p:cNvSpPr/>
          <p:nvPr/>
        </p:nvSpPr>
        <p:spPr>
          <a:xfrm>
            <a:off x="71578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g3f699196abe_36_13544"/>
          <p:cNvSpPr/>
          <p:nvPr/>
        </p:nvSpPr>
        <p:spPr>
          <a:xfrm>
            <a:off x="71578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g3f699196abe_36_13544"/>
          <p:cNvSpPr/>
          <p:nvPr/>
        </p:nvSpPr>
        <p:spPr>
          <a:xfrm>
            <a:off x="71578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g3f699196abe_36_13544"/>
          <p:cNvSpPr/>
          <p:nvPr/>
        </p:nvSpPr>
        <p:spPr>
          <a:xfrm>
            <a:off x="71578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g3f699196abe_36_13544"/>
          <p:cNvSpPr/>
          <p:nvPr/>
        </p:nvSpPr>
        <p:spPr>
          <a:xfrm>
            <a:off x="71578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g3f699196abe_36_13544"/>
          <p:cNvSpPr/>
          <p:nvPr/>
        </p:nvSpPr>
        <p:spPr>
          <a:xfrm>
            <a:off x="71578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g3f699196abe_36_13544"/>
          <p:cNvSpPr/>
          <p:nvPr/>
        </p:nvSpPr>
        <p:spPr>
          <a:xfrm>
            <a:off x="71578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g3f699196abe_36_13544"/>
          <p:cNvSpPr/>
          <p:nvPr/>
        </p:nvSpPr>
        <p:spPr>
          <a:xfrm>
            <a:off x="71578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g3f699196abe_36_13544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689" name="Google Shape;689;g3f699196abe_36_1354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690" name="Google Shape;690;g3f699196abe_36_13544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691" name="Google Shape;691;g3f699196abe_36_1354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8566" y="61645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hree column">
  <p:cSld name="CUSTOM_4_9"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3" name="Google Shape;693;g3f699196abe_36_1375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4" name="Google Shape;694;g3f699196abe_36_137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5" name="Google Shape;695;g3f699196abe_36_137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96" name="Google Shape;696;g3f699196abe_36_1375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697" name="Google Shape;697;g3f699196abe_36_13757"/>
          <p:cNvCxnSpPr/>
          <p:nvPr/>
        </p:nvCxnSpPr>
        <p:spPr>
          <a:xfrm>
            <a:off x="430760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698" name="Google Shape;698;g3f699196abe_36_13757"/>
          <p:cNvCxnSpPr/>
          <p:nvPr/>
        </p:nvCxnSpPr>
        <p:spPr>
          <a:xfrm>
            <a:off x="789055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699" name="Google Shape;699;g3f699196abe_36_13757"/>
          <p:cNvSpPr txBox="1"/>
          <p:nvPr>
            <p:ph idx="2" type="subTitle"/>
          </p:nvPr>
        </p:nvSpPr>
        <p:spPr>
          <a:xfrm>
            <a:off x="11409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700" name="Google Shape;700;g3f699196abe_36_13757"/>
          <p:cNvSpPr txBox="1"/>
          <p:nvPr>
            <p:ph idx="3" type="subTitle"/>
          </p:nvPr>
        </p:nvSpPr>
        <p:spPr>
          <a:xfrm>
            <a:off x="11409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1" name="Google Shape;701;g3f699196abe_36_13757"/>
          <p:cNvSpPr txBox="1"/>
          <p:nvPr>
            <p:ph idx="4" type="subTitle"/>
          </p:nvPr>
        </p:nvSpPr>
        <p:spPr>
          <a:xfrm>
            <a:off x="472387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2" name="Google Shape;702;g3f699196abe_36_13757"/>
          <p:cNvSpPr txBox="1"/>
          <p:nvPr>
            <p:ph idx="5" type="subTitle"/>
          </p:nvPr>
        </p:nvSpPr>
        <p:spPr>
          <a:xfrm>
            <a:off x="83068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03" name="Google Shape;703;g3f699196abe_36_13757"/>
          <p:cNvSpPr txBox="1"/>
          <p:nvPr>
            <p:ph idx="6" type="subTitle"/>
          </p:nvPr>
        </p:nvSpPr>
        <p:spPr>
          <a:xfrm>
            <a:off x="4720800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704" name="Google Shape;704;g3f699196abe_36_13757"/>
          <p:cNvSpPr txBox="1"/>
          <p:nvPr>
            <p:ph idx="7" type="subTitle"/>
          </p:nvPr>
        </p:nvSpPr>
        <p:spPr>
          <a:xfrm>
            <a:off x="83068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pic>
        <p:nvPicPr>
          <p:cNvPr id="705" name="Google Shape;705;g3f699196abe_36_137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4805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6" name="Google Shape;706;g3f699196abe_36_137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27759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g3f699196abe_36_137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10712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708" name="Google Shape;708;g3f699196abe_36_13757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09" name="Google Shape;709;g3f699196abe_36_1375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10" name="Google Shape;710;g3f699196abe_36_13757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11" name="Google Shape;711;g3f699196abe_36_1375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01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wo column">
  <p:cSld name="CUSTOM_4_8">
    <p:spTree>
      <p:nvGrpSpPr>
        <p:cNvPr id="712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3" name="Google Shape;713;g3f699196abe_36_1377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4" name="Google Shape;714;g3f699196abe_36_1377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15" name="Google Shape;715;g3f699196abe_36_1377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6" name="Google Shape;716;g3f699196abe_36_1377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717" name="Google Shape;717;g3f699196abe_36_13777"/>
          <p:cNvCxnSpPr/>
          <p:nvPr/>
        </p:nvCxnSpPr>
        <p:spPr>
          <a:xfrm>
            <a:off x="6098909" y="2796200"/>
            <a:ext cx="0" cy="292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718" name="Google Shape;718;g3f699196abe_36_13777"/>
          <p:cNvSpPr txBox="1"/>
          <p:nvPr>
            <p:ph idx="2" type="subTitle"/>
          </p:nvPr>
        </p:nvSpPr>
        <p:spPr>
          <a:xfrm>
            <a:off x="13431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719" name="Google Shape;719;g3f699196abe_36_13777"/>
          <p:cNvSpPr txBox="1"/>
          <p:nvPr>
            <p:ph idx="3" type="subTitle"/>
          </p:nvPr>
        </p:nvSpPr>
        <p:spPr>
          <a:xfrm>
            <a:off x="13431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720" name="Google Shape;720;g3f699196abe_36_13777"/>
          <p:cNvSpPr txBox="1"/>
          <p:nvPr>
            <p:ph idx="4" type="subTitle"/>
          </p:nvPr>
        </p:nvSpPr>
        <p:spPr>
          <a:xfrm>
            <a:off x="65293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721" name="Google Shape;721;g3f699196abe_36_13777"/>
          <p:cNvSpPr txBox="1"/>
          <p:nvPr>
            <p:ph idx="5" type="subTitle"/>
          </p:nvPr>
        </p:nvSpPr>
        <p:spPr>
          <a:xfrm>
            <a:off x="65293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722" name="Google Shape;722;g3f699196abe_36_137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270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3" name="Google Shape;723;g3f699196abe_36_137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132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sp>
        <p:nvSpPr>
          <p:cNvPr id="724" name="Google Shape;724;g3f699196abe_36_13777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25" name="Google Shape;725;g3f699196abe_36_1377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26" name="Google Shape;726;g3f699196abe_36_13777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27" name="Google Shape;727;g3f699196abe_36_1377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large">
  <p:cSld name="CUSTOM_4_7"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f699196abe_36_1379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730" name="Google Shape;730;g3f699196abe_36_1379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1" name="Google Shape;731;g3f699196abe_36_1379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32" name="Google Shape;732;g3f699196abe_36_1379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3" name="Google Shape;733;g3f699196abe_36_1379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34" name="Google Shape;734;g3f699196abe_36_13793"/>
          <p:cNvSpPr txBox="1"/>
          <p:nvPr>
            <p:ph type="title"/>
          </p:nvPr>
        </p:nvSpPr>
        <p:spPr>
          <a:xfrm>
            <a:off x="4465550" y="1455375"/>
            <a:ext cx="672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35" name="Google Shape;735;g3f699196abe_36_13793"/>
          <p:cNvSpPr txBox="1"/>
          <p:nvPr>
            <p:ph idx="3" type="subTitle"/>
          </p:nvPr>
        </p:nvSpPr>
        <p:spPr>
          <a:xfrm>
            <a:off x="4465600" y="5036725"/>
            <a:ext cx="40977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736" name="Google Shape;736;g3f699196abe_36_1379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19450" y="1298452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737" name="Google Shape;737;g3f699196abe_36_1379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7773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by two">
  <p:cSld name="CUSTOM_4_6"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9" name="Google Shape;739;g3f699196abe_36_1380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0" name="Google Shape;740;g3f699196abe_36_1380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1" name="Google Shape;741;g3f699196abe_36_1380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42" name="Google Shape;742;g3f699196abe_36_1380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43" name="Google Shape;743;g3f699196abe_36_13803"/>
          <p:cNvSpPr txBox="1"/>
          <p:nvPr>
            <p:ph idx="2" type="subTitle"/>
          </p:nvPr>
        </p:nvSpPr>
        <p:spPr>
          <a:xfrm>
            <a:off x="6855088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4" name="Google Shape;744;g3f699196abe_36_13803"/>
          <p:cNvSpPr txBox="1"/>
          <p:nvPr>
            <p:ph idx="3" type="subTitle"/>
          </p:nvPr>
        </p:nvSpPr>
        <p:spPr>
          <a:xfrm>
            <a:off x="6855081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5" name="Google Shape;745;g3f699196abe_36_13803"/>
          <p:cNvSpPr txBox="1"/>
          <p:nvPr>
            <p:ph idx="4" type="subTitle"/>
          </p:nvPr>
        </p:nvSpPr>
        <p:spPr>
          <a:xfrm>
            <a:off x="6855088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6" name="Google Shape;746;g3f699196abe_36_13803"/>
          <p:cNvSpPr txBox="1"/>
          <p:nvPr>
            <p:ph idx="5" type="subTitle"/>
          </p:nvPr>
        </p:nvSpPr>
        <p:spPr>
          <a:xfrm>
            <a:off x="6855081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7" name="Google Shape;747;g3f699196abe_36_13803"/>
          <p:cNvSpPr txBox="1"/>
          <p:nvPr>
            <p:ph idx="6" type="subTitle"/>
          </p:nvPr>
        </p:nvSpPr>
        <p:spPr>
          <a:xfrm>
            <a:off x="2084625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48" name="Google Shape;748;g3f699196abe_36_13803"/>
          <p:cNvSpPr txBox="1"/>
          <p:nvPr>
            <p:ph idx="7" type="subTitle"/>
          </p:nvPr>
        </p:nvSpPr>
        <p:spPr>
          <a:xfrm>
            <a:off x="2084600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49" name="Google Shape;749;g3f699196abe_36_13803"/>
          <p:cNvSpPr txBox="1"/>
          <p:nvPr>
            <p:ph idx="8" type="subTitle"/>
          </p:nvPr>
        </p:nvSpPr>
        <p:spPr>
          <a:xfrm>
            <a:off x="2084625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50" name="Google Shape;750;g3f699196abe_36_13803"/>
          <p:cNvSpPr txBox="1"/>
          <p:nvPr>
            <p:ph idx="9" type="subTitle"/>
          </p:nvPr>
        </p:nvSpPr>
        <p:spPr>
          <a:xfrm>
            <a:off x="2084600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51" name="Google Shape;751;g3f699196abe_36_13803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52" name="Google Shape;752;g3f699196abe_36_1380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53" name="Google Shape;753;g3f699196abe_36_13803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54" name="Google Shape;754;g3f699196abe_36_1380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four column">
  <p:cSld name="CUSTOM_4_5"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6" name="Google Shape;756;g3f699196abe_36_1382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7" name="Google Shape;757;g3f699196abe_36_1382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8" name="Google Shape;758;g3f699196abe_36_1382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9" name="Google Shape;759;g3f699196abe_36_1382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760" name="Google Shape;760;g3f699196abe_36_13820"/>
          <p:cNvCxnSpPr/>
          <p:nvPr/>
        </p:nvCxnSpPr>
        <p:spPr>
          <a:xfrm>
            <a:off x="3416583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761" name="Google Shape;761;g3f699196abe_36_13820"/>
          <p:cNvCxnSpPr/>
          <p:nvPr/>
        </p:nvCxnSpPr>
        <p:spPr>
          <a:xfrm>
            <a:off x="6096100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762" name="Google Shape;762;g3f699196abe_36_13820"/>
          <p:cNvCxnSpPr/>
          <p:nvPr/>
        </p:nvCxnSpPr>
        <p:spPr>
          <a:xfrm>
            <a:off x="8775617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763" name="Google Shape;763;g3f699196abe_36_13820"/>
          <p:cNvSpPr txBox="1"/>
          <p:nvPr>
            <p:ph idx="2" type="subTitle"/>
          </p:nvPr>
        </p:nvSpPr>
        <p:spPr>
          <a:xfrm>
            <a:off x="88507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64" name="Google Shape;764;g3f699196abe_36_13820"/>
          <p:cNvSpPr txBox="1"/>
          <p:nvPr>
            <p:ph idx="3" type="subTitle"/>
          </p:nvPr>
        </p:nvSpPr>
        <p:spPr>
          <a:xfrm>
            <a:off x="88505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65" name="Google Shape;765;g3f699196abe_36_13820"/>
          <p:cNvSpPr txBox="1"/>
          <p:nvPr>
            <p:ph idx="4" type="subTitle"/>
          </p:nvPr>
        </p:nvSpPr>
        <p:spPr>
          <a:xfrm>
            <a:off x="892362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66" name="Google Shape;766;g3f699196abe_36_13820"/>
          <p:cNvSpPr txBox="1"/>
          <p:nvPr>
            <p:ph idx="5" type="subTitle"/>
          </p:nvPr>
        </p:nvSpPr>
        <p:spPr>
          <a:xfrm>
            <a:off x="892360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67" name="Google Shape;767;g3f699196abe_36_13820"/>
          <p:cNvSpPr txBox="1"/>
          <p:nvPr>
            <p:ph idx="6" type="subTitle"/>
          </p:nvPr>
        </p:nvSpPr>
        <p:spPr>
          <a:xfrm>
            <a:off x="6244108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68" name="Google Shape;768;g3f699196abe_36_13820"/>
          <p:cNvSpPr txBox="1"/>
          <p:nvPr>
            <p:ph idx="7" type="subTitle"/>
          </p:nvPr>
        </p:nvSpPr>
        <p:spPr>
          <a:xfrm>
            <a:off x="6244083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69" name="Google Shape;769;g3f699196abe_36_13820"/>
          <p:cNvSpPr txBox="1"/>
          <p:nvPr>
            <p:ph idx="8" type="subTitle"/>
          </p:nvPr>
        </p:nvSpPr>
        <p:spPr>
          <a:xfrm>
            <a:off x="3564592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70" name="Google Shape;770;g3f699196abe_36_13820"/>
          <p:cNvSpPr txBox="1"/>
          <p:nvPr>
            <p:ph idx="9" type="subTitle"/>
          </p:nvPr>
        </p:nvSpPr>
        <p:spPr>
          <a:xfrm>
            <a:off x="3564567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71" name="Google Shape;771;g3f699196abe_36_13820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72" name="Google Shape;772;g3f699196abe_36_1382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73" name="Google Shape;773;g3f699196abe_36_13820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74" name="Google Shape;774;g3f699196abe_36_1382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left">
  <p:cSld name="CUSTOM_4_4"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3f699196abe_36_13840"/>
          <p:cNvSpPr txBox="1"/>
          <p:nvPr>
            <p:ph idx="1" type="subTitle"/>
          </p:nvPr>
        </p:nvSpPr>
        <p:spPr>
          <a:xfrm>
            <a:off x="885050" y="3358700"/>
            <a:ext cx="32919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777" name="Google Shape;777;g3f699196abe_36_13840"/>
          <p:cNvSpPr txBox="1"/>
          <p:nvPr>
            <p:ph type="title"/>
          </p:nvPr>
        </p:nvSpPr>
        <p:spPr>
          <a:xfrm>
            <a:off x="885050" y="1240700"/>
            <a:ext cx="41148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9pPr>
          </a:lstStyle>
          <a:p/>
        </p:txBody>
      </p:sp>
      <p:sp>
        <p:nvSpPr>
          <p:cNvPr id="778" name="Google Shape;778;g3f699196abe_36_13840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779" name="Google Shape;779;g3f699196abe_36_1384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0" name="Google Shape;780;g3f699196abe_36_1384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1" name="Google Shape;781;g3f699196abe_36_1384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82" name="Google Shape;782;g3f699196abe_36_13840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83" name="Google Shape;783;g3f699196abe_36_13840"/>
          <p:cNvSpPr txBox="1"/>
          <p:nvPr>
            <p:ph idx="4" type="subTitle"/>
          </p:nvPr>
        </p:nvSpPr>
        <p:spPr>
          <a:xfrm>
            <a:off x="6857350" y="164405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84" name="Google Shape;784;g3f699196abe_36_13840"/>
          <p:cNvSpPr txBox="1"/>
          <p:nvPr>
            <p:ph idx="5" type="subTitle"/>
          </p:nvPr>
        </p:nvSpPr>
        <p:spPr>
          <a:xfrm>
            <a:off x="6857350" y="124070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85" name="Google Shape;785;g3f699196abe_36_13840"/>
          <p:cNvSpPr txBox="1"/>
          <p:nvPr>
            <p:ph idx="6" type="subTitle"/>
          </p:nvPr>
        </p:nvSpPr>
        <p:spPr>
          <a:xfrm>
            <a:off x="6857350" y="3164125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86" name="Google Shape;786;g3f699196abe_36_13840"/>
          <p:cNvSpPr txBox="1"/>
          <p:nvPr>
            <p:ph idx="7" type="subTitle"/>
          </p:nvPr>
        </p:nvSpPr>
        <p:spPr>
          <a:xfrm>
            <a:off x="6857350" y="2760775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87" name="Google Shape;787;g3f699196abe_36_13840"/>
          <p:cNvSpPr txBox="1"/>
          <p:nvPr>
            <p:ph idx="8" type="subTitle"/>
          </p:nvPr>
        </p:nvSpPr>
        <p:spPr>
          <a:xfrm>
            <a:off x="6857350" y="468420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788" name="Google Shape;788;g3f699196abe_36_13840"/>
          <p:cNvSpPr txBox="1"/>
          <p:nvPr>
            <p:ph idx="9" type="subTitle"/>
          </p:nvPr>
        </p:nvSpPr>
        <p:spPr>
          <a:xfrm>
            <a:off x="6857350" y="428085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pic>
        <p:nvPicPr>
          <p:cNvPr id="789" name="Google Shape;789;g3f699196abe_36_1384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left">
  <p:cSld name="CUSTOM_4_2">
    <p:spTree>
      <p:nvGrpSpPr>
        <p:cNvPr id="790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1" name="Google Shape;791;g3f699196abe_36_1385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92" name="Google Shape;792;g3f699196abe_36_1385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93" name="Google Shape;793;g3f699196abe_36_1385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4" name="Google Shape;794;g3f699196abe_36_1385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5" name="Google Shape;795;g3f699196abe_36_13855"/>
          <p:cNvSpPr txBox="1"/>
          <p:nvPr>
            <p:ph idx="2" type="subTitle"/>
          </p:nvPr>
        </p:nvSpPr>
        <p:spPr>
          <a:xfrm>
            <a:off x="5662075" y="2539250"/>
            <a:ext cx="5486400" cy="3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3000"/>
              </a:lnSpc>
              <a:spcBef>
                <a:spcPts val="2000"/>
              </a:spcBef>
              <a:spcAft>
                <a:spcPts val="2000"/>
              </a:spcAft>
              <a:buSzPts val="1800"/>
              <a:buNone/>
              <a:defRPr/>
            </a:lvl9pPr>
          </a:lstStyle>
          <a:p/>
        </p:txBody>
      </p:sp>
      <p:sp>
        <p:nvSpPr>
          <p:cNvPr id="796" name="Google Shape;796;g3f699196abe_36_13855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797" name="Google Shape;797;g3f699196abe_36_1385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798" name="Google Shape;798;g3f699196abe_36_13855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799" name="Google Shape;799;g3f699196abe_36_1385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 alt1">
  <p:cSld name="CUSTOM_4_2_2"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1" name="Google Shape;801;g3f699196abe_36_1386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02" name="Google Shape;802;g3f699196abe_36_1386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3" name="Google Shape;803;g3f699196abe_36_1386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04" name="Google Shape;804;g3f699196abe_36_1386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5" name="Google Shape;805;g3f699196abe_36_13865"/>
          <p:cNvSpPr txBox="1"/>
          <p:nvPr>
            <p:ph idx="2" type="subTitle"/>
          </p:nvPr>
        </p:nvSpPr>
        <p:spPr>
          <a:xfrm>
            <a:off x="2087850" y="2416425"/>
            <a:ext cx="8044800" cy="13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06" name="Google Shape;806;g3f699196abe_36_13865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07" name="Google Shape;807;g3f699196abe_36_1386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808" name="Google Shape;808;g3f699196abe_36_13865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09" name="Google Shape;809;g3f699196abe_36_1386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12187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">
  <p:cSld name="CUSTOM_4_2_1">
    <p:spTree>
      <p:nvGrpSpPr>
        <p:cNvPr id="810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f699196abe_36_13875"/>
          <p:cNvSpPr txBox="1"/>
          <p:nvPr>
            <p:ph type="title"/>
          </p:nvPr>
        </p:nvSpPr>
        <p:spPr>
          <a:xfrm>
            <a:off x="3280375" y="1653075"/>
            <a:ext cx="7431000" cy="39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>
                <a:solidFill>
                  <a:schemeClr val="accen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/>
        </p:txBody>
      </p:sp>
      <p:sp>
        <p:nvSpPr>
          <p:cNvPr id="812" name="Google Shape;812;g3f699196abe_36_13875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813" name="Google Shape;813;g3f699196abe_36_1387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14" name="Google Shape;814;g3f699196abe_36_1387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5" name="Google Shape;815;g3f699196abe_36_1387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6" name="Google Shape;816;g3f699196abe_36_13875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817" name="Google Shape;817;g3f699196abe_36_1387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dark">
  <p:cSld name="CUSTOM_4_1">
    <p:bg>
      <p:bgPr>
        <a:solidFill>
          <a:srgbClr val="292929"/>
        </a:solidFill>
      </p:bgPr>
    </p:bg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3f699196abe_36_13883"/>
          <p:cNvSpPr txBox="1"/>
          <p:nvPr>
            <p:ph idx="1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820" name="Google Shape;820;g3f699196abe_36_13883"/>
          <p:cNvSpPr txBox="1"/>
          <p:nvPr>
            <p:ph idx="2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821" name="Google Shape;821;g3f699196abe_36_1388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cxnSp>
        <p:nvCxnSpPr>
          <p:cNvPr id="822" name="Google Shape;822;g3f699196abe_36_1388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3" name="Google Shape;823;g3f699196abe_36_13883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824" name="Google Shape;824;g3f699196abe_36_1388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5" name="Google Shape;825;g3f699196abe_36_1388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6" name="Google Shape;826;g3f699196abe_36_13883"/>
          <p:cNvSpPr txBox="1"/>
          <p:nvPr>
            <p:ph idx="4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827" name="Google Shape;827;g3f699196abe_36_138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55875" y="6243950"/>
            <a:ext cx="393800" cy="2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overview">
  <p:cSld name="CUSTOM_4_1_1_1">
    <p:bg>
      <p:bgPr>
        <a:solidFill>
          <a:schemeClr val="lt1"/>
        </a:solidFill>
      </p:bgPr>
    </p:bg>
    <p:spTree>
      <p:nvGrpSpPr>
        <p:cNvPr id="828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9" name="Google Shape;829;g3f699196abe_36_1389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0" name="Google Shape;830;g3f699196abe_36_1389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831" name="Google Shape;831;g3f699196abe_36_1389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2" name="Google Shape;832;g3f699196abe_36_1389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33" name="Google Shape;833;g3f699196abe_36_1389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34" name="Google Shape;834;g3f699196abe_36_13893"/>
          <p:cNvSpPr txBox="1"/>
          <p:nvPr>
            <p:ph idx="3" type="body"/>
          </p:nvPr>
        </p:nvSpPr>
        <p:spPr>
          <a:xfrm>
            <a:off x="900275" y="3109300"/>
            <a:ext cx="50439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400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35" name="Google Shape;835;g3f699196abe_36_13893"/>
          <p:cNvSpPr txBox="1"/>
          <p:nvPr>
            <p:ph type="title"/>
          </p:nvPr>
        </p:nvSpPr>
        <p:spPr>
          <a:xfrm>
            <a:off x="900275" y="1190987"/>
            <a:ext cx="3885900" cy="14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36" name="Google Shape;836;g3f699196abe_36_1389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">
  <p:cSld name="TITLE_2_1">
    <p:bg>
      <p:bgPr>
        <a:solidFill>
          <a:schemeClr val="dk1"/>
        </a:solidFill>
      </p:bgPr>
    </p:bg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12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844" name="Google Shape;844;p12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46" name="Google Shape;846;p12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47" name="Google Shape;847;p12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48" name="Google Shape;848;p12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849" name="Google Shape;849;p1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0" name="Google Shape;850;p1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51" name="Google Shape;851;p12" title="presentation-template-OpenShift-RH-lwetzel_cover-slide_A-dark.png"/>
          <p:cNvPicPr preferRelativeResize="0"/>
          <p:nvPr/>
        </p:nvPicPr>
        <p:blipFill rotWithShape="1">
          <a:blip r:embed="rId2">
            <a:alphaModFix/>
          </a:blip>
          <a:srcRect b="18208" l="66083" r="0" t="5064"/>
          <a:stretch/>
        </p:blipFill>
        <p:spPr>
          <a:xfrm>
            <a:off x="8404050" y="636650"/>
            <a:ext cx="3788027" cy="482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2" name="Google Shape;852;p1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17025" y="6191200"/>
            <a:ext cx="2247726" cy="30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light">
  <p:cSld name="CUSTOM_4_1_1">
    <p:bg>
      <p:bgPr>
        <a:solidFill>
          <a:schemeClr val="lt1"/>
        </a:solidFill>
      </p:bgPr>
    </p:bg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4" name="Google Shape;854;p1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5" name="Google Shape;855;p1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856" name="Google Shape;856;p1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7" name="Google Shape;857;p1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8" name="Google Shape;858;p1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59" name="Google Shape;859;p13"/>
          <p:cNvSpPr txBox="1"/>
          <p:nvPr>
            <p:ph idx="3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60" name="Google Shape;860;p13"/>
          <p:cNvSpPr txBox="1"/>
          <p:nvPr>
            <p:ph idx="4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61" name="Google Shape;861;p13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62" name="Google Shape;862;p1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210" y="6212235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two column body">
  <p:cSld name="CUSTOM_4_17_1">
    <p:spTree>
      <p:nvGrpSpPr>
        <p:cNvPr id="863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4" name="Google Shape;864;p1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65" name="Google Shape;865;p1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6" name="Google Shape;866;p1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67" name="Google Shape;867;p1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8" name="Google Shape;868;p15"/>
          <p:cNvSpPr txBox="1"/>
          <p:nvPr>
            <p:ph idx="2" type="body"/>
          </p:nvPr>
        </p:nvSpPr>
        <p:spPr>
          <a:xfrm>
            <a:off x="885125" y="2291177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69" name="Google Shape;869;p15"/>
          <p:cNvSpPr txBox="1"/>
          <p:nvPr>
            <p:ph idx="3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870" name="Google Shape;870;p15"/>
          <p:cNvSpPr txBox="1"/>
          <p:nvPr>
            <p:ph idx="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71" name="Google Shape;871;p1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872" name="Google Shape;872;p15"/>
          <p:cNvSpPr txBox="1"/>
          <p:nvPr>
            <p:ph idx="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73" name="Google Shape;873;p1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hree callouts">
  <p:cSld name="CUSTOM_4_14">
    <p:spTree>
      <p:nvGrpSpPr>
        <p:cNvPr id="874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p18"/>
          <p:cNvSpPr txBox="1"/>
          <p:nvPr>
            <p:ph idx="1" type="subTitle"/>
          </p:nvPr>
        </p:nvSpPr>
        <p:spPr>
          <a:xfrm>
            <a:off x="100890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76" name="Google Shape;876;p18"/>
          <p:cNvSpPr txBox="1"/>
          <p:nvPr>
            <p:ph idx="2" type="subTitle"/>
          </p:nvPr>
        </p:nvSpPr>
        <p:spPr>
          <a:xfrm>
            <a:off x="45886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77" name="Google Shape;877;p18"/>
          <p:cNvSpPr txBox="1"/>
          <p:nvPr>
            <p:ph idx="3" type="subTitle"/>
          </p:nvPr>
        </p:nvSpPr>
        <p:spPr>
          <a:xfrm>
            <a:off x="81683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878" name="Google Shape;878;p1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879" name="Google Shape;879;p1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80" name="Google Shape;880;p1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1" name="Google Shape;881;p18"/>
          <p:cNvSpPr txBox="1"/>
          <p:nvPr>
            <p:ph idx="4" type="subTitle"/>
          </p:nvPr>
        </p:nvSpPr>
        <p:spPr>
          <a:xfrm>
            <a:off x="3673775" y="6112763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882" name="Google Shape;882;p18"/>
          <p:cNvCxnSpPr/>
          <p:nvPr/>
        </p:nvCxnSpPr>
        <p:spPr>
          <a:xfrm>
            <a:off x="43061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883" name="Google Shape;883;p18"/>
          <p:cNvCxnSpPr/>
          <p:nvPr/>
        </p:nvCxnSpPr>
        <p:spPr>
          <a:xfrm>
            <a:off x="7885845" y="2661025"/>
            <a:ext cx="0" cy="255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884" name="Google Shape;884;p18"/>
          <p:cNvSpPr txBox="1"/>
          <p:nvPr>
            <p:ph idx="5" type="subTitle"/>
          </p:nvPr>
        </p:nvSpPr>
        <p:spPr>
          <a:xfrm>
            <a:off x="44683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5" name="Google Shape;885;p18"/>
          <p:cNvSpPr txBox="1"/>
          <p:nvPr>
            <p:ph idx="6" type="subTitle"/>
          </p:nvPr>
        </p:nvSpPr>
        <p:spPr>
          <a:xfrm>
            <a:off x="44684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86" name="Google Shape;886;p18"/>
          <p:cNvSpPr txBox="1"/>
          <p:nvPr>
            <p:ph idx="7" type="subTitle"/>
          </p:nvPr>
        </p:nvSpPr>
        <p:spPr>
          <a:xfrm>
            <a:off x="80480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7" name="Google Shape;887;p18"/>
          <p:cNvSpPr txBox="1"/>
          <p:nvPr>
            <p:ph idx="8" type="subTitle"/>
          </p:nvPr>
        </p:nvSpPr>
        <p:spPr>
          <a:xfrm>
            <a:off x="80481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88" name="Google Shape;888;p18"/>
          <p:cNvSpPr txBox="1"/>
          <p:nvPr>
            <p:ph idx="9" type="subTitle"/>
          </p:nvPr>
        </p:nvSpPr>
        <p:spPr>
          <a:xfrm>
            <a:off x="888600" y="3677200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89" name="Google Shape;889;p18"/>
          <p:cNvSpPr txBox="1"/>
          <p:nvPr>
            <p:ph idx="13" type="subTitle"/>
          </p:nvPr>
        </p:nvSpPr>
        <p:spPr>
          <a:xfrm>
            <a:off x="888700" y="4166425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890" name="Google Shape;890;p18"/>
          <p:cNvSpPr txBox="1"/>
          <p:nvPr>
            <p:ph idx="14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891" name="Google Shape;891;p1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892" name="Google Shape;892;p18"/>
          <p:cNvSpPr txBox="1"/>
          <p:nvPr>
            <p:ph idx="15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893" name="Google Shape;893;p1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2446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slide with Image">
  <p:cSld name="CUSTOM_3_2_1">
    <p:bg>
      <p:bgPr>
        <a:solidFill>
          <a:schemeClr val="lt1"/>
        </a:solidFill>
      </p:bgPr>
    </p:bg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9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896" name="Google Shape;896;p1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7" name="Google Shape;897;p19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898" name="Google Shape;898;p19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899" name="Google Shape;899;p1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00" name="Google Shape;900;p19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19"/>
          <p:cNvSpPr txBox="1"/>
          <p:nvPr>
            <p:ph type="title"/>
          </p:nvPr>
        </p:nvSpPr>
        <p:spPr>
          <a:xfrm>
            <a:off x="5660525" y="568626"/>
            <a:ext cx="5736300" cy="1929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7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02" name="Google Shape;902;p19"/>
          <p:cNvSpPr txBox="1"/>
          <p:nvPr>
            <p:ph idx="2" type="subTitle"/>
          </p:nvPr>
        </p:nvSpPr>
        <p:spPr>
          <a:xfrm>
            <a:off x="5660525" y="2752400"/>
            <a:ext cx="44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03" name="Google Shape;903;p19"/>
          <p:cNvSpPr txBox="1"/>
          <p:nvPr/>
        </p:nvSpPr>
        <p:spPr>
          <a:xfrm>
            <a:off x="5903450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04" name="Google Shape;904;p19"/>
          <p:cNvSpPr txBox="1"/>
          <p:nvPr/>
        </p:nvSpPr>
        <p:spPr>
          <a:xfrm>
            <a:off x="5903450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05" name="Google Shape;905;p19"/>
          <p:cNvSpPr txBox="1"/>
          <p:nvPr/>
        </p:nvSpPr>
        <p:spPr>
          <a:xfrm>
            <a:off x="8815525" y="46692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Text"/>
                <a:ea typeface="Red Hat Text"/>
                <a:cs typeface="Red Hat Text"/>
                <a:sym typeface="Red Hat Text"/>
              </a:rPr>
              <a:t>facebook.com/redhatinc</a:t>
            </a:r>
            <a:endParaRPr b="0" i="0" sz="1200" u="none" cap="none" strike="noStrike">
              <a:solidFill>
                <a:schemeClr val="dk1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  <p:sp>
        <p:nvSpPr>
          <p:cNvPr id="906" name="Google Shape;906;p19"/>
          <p:cNvSpPr txBox="1"/>
          <p:nvPr/>
        </p:nvSpPr>
        <p:spPr>
          <a:xfrm>
            <a:off x="8815525" y="5174300"/>
            <a:ext cx="2560500" cy="24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twitter.com/RedHat</a:t>
            </a:r>
            <a:endParaRPr b="0" i="0" sz="1200" u="none" cap="none" strike="noStrike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907" name="Google Shape;90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86459" y="51803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8" name="Google Shape;90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86459" y="4675243"/>
            <a:ext cx="229074" cy="229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9" name="Google Shape;90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60534" y="51803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0" name="Google Shape;910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660534" y="4675243"/>
            <a:ext cx="229075" cy="22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1" name="Google Shape;911;p19" title="Logo-Red_Hat-Intel-A-Standard-RGB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olumn">
  <p:cSld name="CUSTOM_4_3"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3" name="Google Shape;913;p1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14" name="Google Shape;914;p1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p1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6" name="Google Shape;916;p1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917" name="Google Shape;917;p14"/>
          <p:cNvCxnSpPr/>
          <p:nvPr/>
        </p:nvCxnSpPr>
        <p:spPr>
          <a:xfrm>
            <a:off x="43061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918" name="Google Shape;918;p14"/>
          <p:cNvCxnSpPr/>
          <p:nvPr/>
        </p:nvCxnSpPr>
        <p:spPr>
          <a:xfrm>
            <a:off x="7885850" y="4229725"/>
            <a:ext cx="0" cy="155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919" name="Google Shape;919;p14"/>
          <p:cNvSpPr txBox="1"/>
          <p:nvPr>
            <p:ph idx="2" type="subTitle"/>
          </p:nvPr>
        </p:nvSpPr>
        <p:spPr>
          <a:xfrm>
            <a:off x="44683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0" name="Google Shape;920;p14"/>
          <p:cNvSpPr txBox="1"/>
          <p:nvPr>
            <p:ph idx="3" type="subTitle"/>
          </p:nvPr>
        </p:nvSpPr>
        <p:spPr>
          <a:xfrm>
            <a:off x="44684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21" name="Google Shape;921;p14"/>
          <p:cNvSpPr txBox="1"/>
          <p:nvPr>
            <p:ph idx="4" type="subTitle"/>
          </p:nvPr>
        </p:nvSpPr>
        <p:spPr>
          <a:xfrm>
            <a:off x="80480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2" name="Google Shape;922;p14"/>
          <p:cNvSpPr txBox="1"/>
          <p:nvPr>
            <p:ph idx="5" type="subTitle"/>
          </p:nvPr>
        </p:nvSpPr>
        <p:spPr>
          <a:xfrm>
            <a:off x="80481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23" name="Google Shape;923;p14"/>
          <p:cNvSpPr txBox="1"/>
          <p:nvPr>
            <p:ph idx="6" type="subTitle"/>
          </p:nvPr>
        </p:nvSpPr>
        <p:spPr>
          <a:xfrm>
            <a:off x="888600" y="4229725"/>
            <a:ext cx="3255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4" name="Google Shape;924;p14"/>
          <p:cNvSpPr txBox="1"/>
          <p:nvPr>
            <p:ph idx="7" type="subTitle"/>
          </p:nvPr>
        </p:nvSpPr>
        <p:spPr>
          <a:xfrm>
            <a:off x="888700" y="4718950"/>
            <a:ext cx="32553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925" name="Google Shape;925;p14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26" name="Google Shape;926;p1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927" name="Google Shape;927;p14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928" name="Google Shape;928;p1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, subhead, and body">
  <p:cSld name="CUSTOM_4_17"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31" name="Google Shape;931;p1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cxnSp>
        <p:nvCxnSpPr>
          <p:cNvPr id="932" name="Google Shape;932;p1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33" name="Google Shape;933;p1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4" name="Google Shape;934;p1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5" name="Google Shape;935;p16"/>
          <p:cNvSpPr txBox="1"/>
          <p:nvPr>
            <p:ph idx="2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936" name="Google Shape;936;p1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37" name="Google Shape;937;p16"/>
          <p:cNvSpPr txBox="1"/>
          <p:nvPr>
            <p:ph idx="4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938" name="Google Shape;938;p1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and column body">
  <p:cSld name="CUSTOM_4_17_1_1"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40" name="Google Shape;940;p1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41" name="Google Shape;941;p1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2" name="Google Shape;942;p1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3" name="Google Shape;943;p1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44" name="Google Shape;944;p17"/>
          <p:cNvSpPr txBox="1"/>
          <p:nvPr>
            <p:ph idx="2" type="body"/>
          </p:nvPr>
        </p:nvSpPr>
        <p:spPr>
          <a:xfrm>
            <a:off x="6369425" y="2291175"/>
            <a:ext cx="4937700" cy="3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945" name="Google Shape;945;p17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46" name="Google Shape;946;p1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947" name="Google Shape;947;p17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948" name="Google Shape;948;p1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20"/>
          <p:cNvSpPr/>
          <p:nvPr/>
        </p:nvSpPr>
        <p:spPr>
          <a:xfrm>
            <a:off x="8877225" y="5878875"/>
            <a:ext cx="3314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20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2" name="Google Shape;952;p20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3" name="Google Shape;953;p20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54" name="Google Shape;954;p20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955" name="Google Shape;955;p2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6" name="Google Shape;956;p2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57" name="Google Shape;95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closing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8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p21"/>
          <p:cNvSpPr/>
          <p:nvPr/>
        </p:nvSpPr>
        <p:spPr>
          <a:xfrm>
            <a:off x="8914175" y="5878875"/>
            <a:ext cx="32778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21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61" name="Google Shape;961;p21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962" name="Google Shape;96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3" name="Google Shape;963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4" name="Google Shape;964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5" name="Google Shape;965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sp>
        <p:nvSpPr>
          <p:cNvPr id="966" name="Google Shape;966;p21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7" name="Google Shape;967;p21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8" name="Google Shape;968;p21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69" name="Google Shape;969;p21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970" name="Google Shape;970;p21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71" name="Google Shape;971;p2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2" name="Google Shape;972;p2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73" name="Google Shape;973;p2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106850" y="6164023"/>
            <a:ext cx="1580275" cy="3727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">
  <p:cSld name="TITLE_2">
    <p:bg>
      <p:bgPr>
        <a:solidFill>
          <a:srgbClr val="1B0D33"/>
        </a:solidFill>
      </p:bgPr>
    </p:bg>
    <p:spTree>
      <p:nvGrpSpPr>
        <p:cNvPr id="974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p22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76" name="Google Shape;976;p22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" name="Google Shape;977;p22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8" name="Google Shape;978;p22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79" name="Google Shape;979;p22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80" name="Google Shape;980;p22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981" name="Google Shape;981;p2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82" name="Google Shape;982;p2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83" name="Google Shape;983;p2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Title 1 1">
  <p:cSld name="TITLE_2_1_1">
    <p:bg>
      <p:bgPr>
        <a:solidFill>
          <a:schemeClr val="dk1"/>
        </a:solidFill>
      </p:bgPr>
    </p:bg>
    <p:spTree>
      <p:nvGrpSpPr>
        <p:cNvPr id="984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23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86" name="Google Shape;986;p23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23"/>
          <p:cNvSpPr txBox="1"/>
          <p:nvPr>
            <p:ph idx="1" type="subTitle"/>
          </p:nvPr>
        </p:nvSpPr>
        <p:spPr>
          <a:xfrm>
            <a:off x="2083725" y="35218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ed Hat Display"/>
              <a:buNone/>
              <a:defRPr sz="28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8" name="Google Shape;988;p23"/>
          <p:cNvSpPr txBox="1"/>
          <p:nvPr>
            <p:ph type="title"/>
          </p:nvPr>
        </p:nvSpPr>
        <p:spPr>
          <a:xfrm>
            <a:off x="2083875" y="1743625"/>
            <a:ext cx="75333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9" name="Google Shape;989;p23"/>
          <p:cNvSpPr txBox="1"/>
          <p:nvPr>
            <p:ph idx="2" type="subTitle"/>
          </p:nvPr>
        </p:nvSpPr>
        <p:spPr>
          <a:xfrm>
            <a:off x="2083725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990" name="Google Shape;990;p23"/>
          <p:cNvSpPr txBox="1"/>
          <p:nvPr>
            <p:ph idx="3" type="subTitle"/>
          </p:nvPr>
        </p:nvSpPr>
        <p:spPr>
          <a:xfrm>
            <a:off x="4471850" y="4605500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 Medium"/>
              <a:buNone/>
              <a:defRPr sz="14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ed Hat Display Medium"/>
              <a:buNone/>
              <a:defRPr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991" name="Google Shape;991;p2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2" name="Google Shape;992;p2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93" name="Google Shape;993;p23" title="presentation-template-OpenShift-RH-lwetzel_cover-slide_collage-dark.png"/>
          <p:cNvPicPr preferRelativeResize="0"/>
          <p:nvPr/>
        </p:nvPicPr>
        <p:blipFill rotWithShape="1">
          <a:blip r:embed="rId2">
            <a:alphaModFix/>
          </a:blip>
          <a:srcRect b="14809" l="62774" r="0" t="12166"/>
          <a:stretch/>
        </p:blipFill>
        <p:spPr>
          <a:xfrm>
            <a:off x="8658550" y="933600"/>
            <a:ext cx="3533450" cy="3899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4" name="Google Shape;994;p23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">
  <p:cSld name="TITLE_1_1">
    <p:bg>
      <p:bgPr>
        <a:solidFill>
          <a:srgbClr val="1B0D33"/>
        </a:solidFill>
      </p:bgPr>
    </p:bg>
    <p:spTree>
      <p:nvGrpSpPr>
        <p:cNvPr id="995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p24"/>
          <p:cNvSpPr/>
          <p:nvPr/>
        </p:nvSpPr>
        <p:spPr>
          <a:xfrm>
            <a:off x="0" y="5857028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997" name="Google Shape;997;p24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24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999" name="Google Shape;999;p24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0" name="Google Shape;1000;p24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01" name="Google Shape;1001;p24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02" name="Google Shape;1002;p24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03" name="Google Shape;1003;p24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04" name="Google Shape;1004;p24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05" name="Google Shape;1005;p2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6" name="Google Shape;1006;p2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07" name="Google Shape;1007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8" name="Google Shape;100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9" name="Google Shape;100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0" name="Google Shape;1010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1" name="Google Shape;1011;p24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closing 1">
  <p:cSld name="TITLE_1_1_2">
    <p:bg>
      <p:bgPr>
        <a:solidFill>
          <a:schemeClr val="dk1"/>
        </a:solidFill>
      </p:bgPr>
    </p:bg>
    <p:spTree>
      <p:nvGrpSpPr>
        <p:cNvPr id="1012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25"/>
          <p:cNvSpPr/>
          <p:nvPr/>
        </p:nvSpPr>
        <p:spPr>
          <a:xfrm>
            <a:off x="0" y="5842800"/>
            <a:ext cx="12192000" cy="10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14" name="Google Shape;1014;p25"/>
          <p:cNvSpPr/>
          <p:nvPr/>
        </p:nvSpPr>
        <p:spPr>
          <a:xfrm>
            <a:off x="9617175" y="5878875"/>
            <a:ext cx="25749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25"/>
          <p:cNvSpPr txBox="1"/>
          <p:nvPr>
            <p:ph idx="1" type="subTitle"/>
          </p:nvPr>
        </p:nvSpPr>
        <p:spPr>
          <a:xfrm>
            <a:off x="2083725" y="3008425"/>
            <a:ext cx="4146300" cy="152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ed Hat Display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016" name="Google Shape;1016;p25"/>
          <p:cNvSpPr txBox="1"/>
          <p:nvPr>
            <p:ph type="title"/>
          </p:nvPr>
        </p:nvSpPr>
        <p:spPr>
          <a:xfrm>
            <a:off x="2083875" y="568625"/>
            <a:ext cx="4905000" cy="1985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7" name="Google Shape;1017;p25"/>
          <p:cNvSpPr txBox="1"/>
          <p:nvPr/>
        </p:nvSpPr>
        <p:spPr>
          <a:xfrm>
            <a:off x="7960472" y="19998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linkedin.com/company/red-hat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18" name="Google Shape;1018;p25"/>
          <p:cNvSpPr txBox="1"/>
          <p:nvPr/>
        </p:nvSpPr>
        <p:spPr>
          <a:xfrm>
            <a:off x="7960472" y="26916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youtube.com/user/RedHatVideos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19" name="Google Shape;1019;p25"/>
          <p:cNvSpPr txBox="1"/>
          <p:nvPr/>
        </p:nvSpPr>
        <p:spPr>
          <a:xfrm>
            <a:off x="7960472" y="338352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facebook.com/redhatinc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20" name="Google Shape;1020;p25"/>
          <p:cNvSpPr txBox="1"/>
          <p:nvPr/>
        </p:nvSpPr>
        <p:spPr>
          <a:xfrm>
            <a:off x="7960472" y="4075375"/>
            <a:ext cx="2993400" cy="45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x.com/RedHat</a:t>
            </a:r>
            <a:endParaRPr b="0" i="0" sz="1400" u="none" cap="none" strike="noStrike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21" name="Google Shape;1021;p25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22" name="Google Shape;1022;p2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3" name="Google Shape;1023;p2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24" name="Google Shape;1024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42672" y="3470249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5" name="Google Shape;102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42672" y="277837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Google Shape;1026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2674" y="2086500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7" name="Google Shape;1027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42672" y="4162124"/>
            <a:ext cx="282625" cy="28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8" name="Google Shape;1028;p25" title="Logo-Red_Hat-Intel-A-Standard-RGB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-width Image">
  <p:cSld name="TITLE_1_1_1">
    <p:bg>
      <p:bgPr>
        <a:solidFill>
          <a:schemeClr val="lt1"/>
        </a:solidFill>
      </p:bgPr>
    </p:bg>
    <p:spTree>
      <p:nvGrpSpPr>
        <p:cNvPr id="1029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p26"/>
          <p:cNvSpPr/>
          <p:nvPr/>
        </p:nvSpPr>
        <p:spPr>
          <a:xfrm>
            <a:off x="8808450" y="5878875"/>
            <a:ext cx="33837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1" name="Google Shape;1031;p26"/>
          <p:cNvCxnSpPr/>
          <p:nvPr/>
        </p:nvCxnSpPr>
        <p:spPr>
          <a:xfrm rot="10800000">
            <a:off x="447775" y="50"/>
            <a:ext cx="0" cy="22827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2" name="Google Shape;1032;p2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3" name="Google Shape;1033;p2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34" name="Google Shape;1034;p2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592816" y="62061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Webinar title">
  <p:cSld name="TITLE_3">
    <p:bg>
      <p:bgPr>
        <a:solidFill>
          <a:srgbClr val="EBEBEB">
            <a:alpha val="0"/>
          </a:srgbClr>
        </a:solidFill>
      </p:bgPr>
    </p:bg>
    <p:spTree>
      <p:nvGrpSpPr>
        <p:cNvPr id="1035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Google Shape;1036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19200" y="762000"/>
            <a:ext cx="2145944" cy="507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7" name="Google Shape;1037;p27"/>
          <p:cNvSpPr txBox="1"/>
          <p:nvPr>
            <p:ph idx="1" type="subTitle"/>
          </p:nvPr>
        </p:nvSpPr>
        <p:spPr>
          <a:xfrm>
            <a:off x="1169325" y="4436225"/>
            <a:ext cx="7533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2800"/>
              <a:buFont typeface="Red Hat Display"/>
              <a:buNone/>
              <a:defRPr sz="2800">
                <a:solidFill>
                  <a:srgbClr val="EE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38" name="Google Shape;1038;p27"/>
          <p:cNvSpPr txBox="1"/>
          <p:nvPr>
            <p:ph type="title"/>
          </p:nvPr>
        </p:nvSpPr>
        <p:spPr>
          <a:xfrm>
            <a:off x="1169475" y="2658025"/>
            <a:ext cx="98718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8000">
                <a:solidFill>
                  <a:srgbClr val="EE0000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2pPr>
            <a:lvl3pPr lvl="2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3pPr>
            <a:lvl4pPr lvl="3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4pPr>
            <a:lvl5pPr lvl="4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5pPr>
            <a:lvl6pPr lvl="5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6pPr>
            <a:lvl7pPr lvl="6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7pPr>
            <a:lvl8pPr lvl="7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8pPr>
            <a:lvl9pPr lvl="8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b="1"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39" name="Google Shape;1039;p27"/>
          <p:cNvSpPr txBox="1"/>
          <p:nvPr>
            <p:ph idx="2" type="subTitle"/>
          </p:nvPr>
        </p:nvSpPr>
        <p:spPr>
          <a:xfrm>
            <a:off x="1169325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40" name="Google Shape;1040;p27"/>
          <p:cNvSpPr txBox="1"/>
          <p:nvPr>
            <p:ph idx="3" type="subTitle"/>
          </p:nvPr>
        </p:nvSpPr>
        <p:spPr>
          <a:xfrm>
            <a:off x="3557450" y="5454694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ed Hat Display Medium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ed Hat Text Medium"/>
              <a:buNone/>
              <a:defRPr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041" name="Google Shape;1041;p2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2" name="Google Shape;1042;p2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43" name="Google Shape;1043;p27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5978524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A">
  <p:cSld name="CUSTOM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44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28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46" name="Google Shape;1046;p2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7" name="Google Shape;1047;p2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8" name="Google Shape;1048;p2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49" name="Google Shape;1049;p28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141414"/>
                </a:solidFill>
              </a:defRPr>
            </a:lvl9pPr>
          </a:lstStyle>
          <a:p/>
        </p:txBody>
      </p:sp>
      <p:sp>
        <p:nvSpPr>
          <p:cNvPr id="1050" name="Google Shape;1050;p2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51" name="Google Shape;1051;p28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92816" y="6021209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B">
  <p:cSld name="CUSTOM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52" name="Shape 1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Google Shape;1053;p29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54" name="Google Shape;1054;p2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5" name="Google Shape;1055;p2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6" name="Google Shape;1056;p29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57" name="Google Shape;1057;p29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58" name="Google Shape;1058;p2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59" name="Google Shape;1059;p29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3026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A">
  <p:cSld name="CUSTOM_2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0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1" name="Google Shape;1061;p3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2" name="Google Shape;1062;p3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3" name="Google Shape;1063;p3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64" name="Google Shape;1064;p3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65" name="Google Shape;1065;p30"/>
          <p:cNvSpPr txBox="1"/>
          <p:nvPr>
            <p:ph idx="2" type="subTitle"/>
          </p:nvPr>
        </p:nvSpPr>
        <p:spPr>
          <a:xfrm>
            <a:off x="9480050" y="1401753"/>
            <a:ext cx="2124300" cy="405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FFFFFF"/>
                </a:solidFill>
              </a:defRPr>
            </a:lvl9pPr>
          </a:lstStyle>
          <a:p/>
        </p:txBody>
      </p:sp>
      <p:pic>
        <p:nvPicPr>
          <p:cNvPr id="1066" name="Google Shape;1066;p3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41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C">
  <p:cSld name="CUSTOM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7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p31"/>
          <p:cNvSpPr txBox="1"/>
          <p:nvPr>
            <p:ph type="title"/>
          </p:nvPr>
        </p:nvSpPr>
        <p:spPr>
          <a:xfrm>
            <a:off x="447775" y="1084561"/>
            <a:ext cx="6825000" cy="2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6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069" name="Google Shape;1069;p3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0" name="Google Shape;1070;p3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1" name="Google Shape;1071;p3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72" name="Google Shape;1072;p31"/>
          <p:cNvSpPr txBox="1"/>
          <p:nvPr>
            <p:ph idx="2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rgbClr val="EBEBEB"/>
                </a:solidFill>
              </a:defRPr>
            </a:lvl9pPr>
          </a:lstStyle>
          <a:p/>
        </p:txBody>
      </p:sp>
      <p:sp>
        <p:nvSpPr>
          <p:cNvPr id="1073" name="Google Shape;1073;p31"/>
          <p:cNvSpPr txBox="1"/>
          <p:nvPr>
            <p:ph idx="3" type="subTitle"/>
          </p:nvPr>
        </p:nvSpPr>
        <p:spPr>
          <a:xfrm>
            <a:off x="9480050" y="1743719"/>
            <a:ext cx="2124300" cy="33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74" name="Google Shape;1074;p3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75" name="Google Shape;1075;p3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call out B">
  <p:cSld name="CUSTOM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76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2"/>
          <p:cNvSpPr txBox="1"/>
          <p:nvPr>
            <p:ph idx="1" type="subTitle"/>
          </p:nvPr>
        </p:nvSpPr>
        <p:spPr>
          <a:xfrm>
            <a:off x="9480050" y="1327204"/>
            <a:ext cx="2124300" cy="42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2pPr>
            <a:lvl3pPr lvl="2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3pPr>
            <a:lvl4pPr lvl="3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4pPr>
            <a:lvl5pPr lvl="4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5pPr>
            <a:lvl6pPr lvl="5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6pPr>
            <a:lvl7pPr lvl="6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7pPr>
            <a:lvl8pPr lvl="7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8pPr>
            <a:lvl9pPr lvl="8" algn="l">
              <a:lnSpc>
                <a:spcPct val="17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078" name="Google Shape;1078;p3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9" name="Google Shape;1079;p3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0" name="Google Shape;1080;p32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Text Medium"/>
              <a:buNone/>
              <a:defRPr sz="1000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081" name="Google Shape;1081;p3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82" name="Google Shape;1082;p3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28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">
  <p:cSld name="CUSTOM_3">
    <p:bg>
      <p:bgPr>
        <a:solidFill>
          <a:schemeClr val="lt1"/>
        </a:solidFill>
      </p:bgPr>
    </p:bg>
    <p:spTree>
      <p:nvGrpSpPr>
        <p:cNvPr id="1083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p33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29292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85" name="Google Shape;1085;p33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1086" name="Google Shape;1086;p3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7" name="Google Shape;1087;p33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088" name="Google Shape;1088;p33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9" name="Google Shape;1089;p3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90" name="Google Shape;1090;p3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981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lide with Image">
  <p:cSld name="CUSTOM_3_2">
    <p:bg>
      <p:bgPr>
        <a:solidFill>
          <a:schemeClr val="lt1"/>
        </a:solidFill>
      </p:bgPr>
    </p:bg>
    <p:spTree>
      <p:nvGrpSpPr>
        <p:cNvPr id="109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34"/>
          <p:cNvSpPr/>
          <p:nvPr/>
        </p:nvSpPr>
        <p:spPr>
          <a:xfrm>
            <a:off x="-50" y="0"/>
            <a:ext cx="882000" cy="6858000"/>
          </a:xfrm>
          <a:prstGeom prst="rect">
            <a:avLst/>
          </a:prstGeom>
          <a:solidFill>
            <a:srgbClr val="1B0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cxnSp>
        <p:nvCxnSpPr>
          <p:cNvPr id="1093" name="Google Shape;1093;p3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4" name="Google Shape;1094;p34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pic>
        <p:nvPicPr>
          <p:cNvPr id="1095" name="Google Shape;1095;p34"/>
          <p:cNvPicPr preferRelativeResize="0"/>
          <p:nvPr/>
        </p:nvPicPr>
        <p:blipFill rotWithShape="1">
          <a:blip r:embed="rId2">
            <a:alphaModFix/>
          </a:blip>
          <a:srcRect b="318" l="0" r="0" t="328"/>
          <a:stretch/>
        </p:blipFill>
        <p:spPr>
          <a:xfrm>
            <a:off x="10711279" y="6313250"/>
            <a:ext cx="975850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1096" name="Google Shape;1096;p3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FFFFFF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7" name="Google Shape;1097;p34"/>
          <p:cNvSpPr txBox="1"/>
          <p:nvPr>
            <p:ph idx="2" type="subTitle"/>
          </p:nvPr>
        </p:nvSpPr>
        <p:spPr>
          <a:xfrm>
            <a:off x="5660525" y="3971650"/>
            <a:ext cx="44463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ed Hat Display"/>
              <a:buNone/>
              <a:defRPr sz="1800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98" name="Google Shape;1098;p34"/>
          <p:cNvSpPr txBox="1"/>
          <p:nvPr>
            <p:ph type="title"/>
          </p:nvPr>
        </p:nvSpPr>
        <p:spPr>
          <a:xfrm>
            <a:off x="5660525" y="1709031"/>
            <a:ext cx="5736300" cy="211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46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099" name="Google Shape;1099;p34"/>
          <p:cNvSpPr txBox="1"/>
          <p:nvPr>
            <p:ph idx="3" type="subTitle"/>
          </p:nvPr>
        </p:nvSpPr>
        <p:spPr>
          <a:xfrm>
            <a:off x="5660525" y="5318275"/>
            <a:ext cx="2040300" cy="6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ed Hat Display Medium"/>
              <a:buNone/>
              <a:defRPr sz="14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00" name="Google Shape;1100;p34"/>
          <p:cNvSpPr/>
          <p:nvPr/>
        </p:nvSpPr>
        <p:spPr>
          <a:xfrm>
            <a:off x="8901850" y="5878875"/>
            <a:ext cx="3290100" cy="979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1" name="Google Shape;1101;p34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20841" y="622048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2 divider D2">
  <p:cSld name="CUSTOM_8">
    <p:bg>
      <p:bgPr>
        <a:solidFill>
          <a:schemeClr val="lt1"/>
        </a:solidFill>
      </p:bgPr>
    </p:bg>
    <p:spTree>
      <p:nvGrpSpPr>
        <p:cNvPr id="1102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p35"/>
          <p:cNvSpPr/>
          <p:nvPr/>
        </p:nvSpPr>
        <p:spPr>
          <a:xfrm>
            <a:off x="-50" y="0"/>
            <a:ext cx="933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104" name="Google Shape;1104;p35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05" name="Google Shape;1105;p35"/>
          <p:cNvSpPr txBox="1"/>
          <p:nvPr>
            <p:ph idx="1" type="subTitle"/>
          </p:nvPr>
        </p:nvSpPr>
        <p:spPr>
          <a:xfrm rot="5400000">
            <a:off x="-2138450" y="2138400"/>
            <a:ext cx="51489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502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Red Hat Display Medium"/>
              <a:buNone/>
              <a:defRPr sz="1000">
                <a:solidFill>
                  <a:schemeClr val="dk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06" name="Google Shape;1106;p35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7" name="Google Shape;1107;p3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8" name="Google Shape;1108;p3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09" name="Google Shape;1109;p3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839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me 1 divider">
  <p:cSld name="CUSTOM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0" name="Shape 1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Google Shape;1111;p36"/>
          <p:cNvSpPr txBox="1"/>
          <p:nvPr>
            <p:ph type="title"/>
          </p:nvPr>
        </p:nvSpPr>
        <p:spPr>
          <a:xfrm>
            <a:off x="2076025" y="1883250"/>
            <a:ext cx="7992000" cy="30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5400"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112" name="Google Shape;1112;p3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3" name="Google Shape;1113;p36"/>
          <p:cNvCxnSpPr/>
          <p:nvPr/>
        </p:nvCxnSpPr>
        <p:spPr>
          <a:xfrm>
            <a:off x="2076025" y="1653700"/>
            <a:ext cx="1390800" cy="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4" name="Google Shape;1114;p3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8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15" name="Google Shape;1115;p36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sp>
        <p:nvSpPr>
          <p:cNvPr id="1116" name="Google Shape;1116;p3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17" name="Google Shape;1117;p36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3132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">
  <p:cSld name="CUSTOM_4">
    <p:spTree>
      <p:nvGrpSpPr>
        <p:cNvPr id="1118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37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20" name="Google Shape;1120;p3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21" name="Google Shape;1121;p3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2" name="Google Shape;1122;p3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3" name="Google Shape;1123;p37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24" name="Google Shape;1124;p3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25" name="Google Shape;1125;p37"/>
          <p:cNvSpPr txBox="1"/>
          <p:nvPr>
            <p:ph idx="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26" name="Google Shape;1126;p3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hevrons">
  <p:cSld name="CUSTOM_4_20">
    <p:spTree>
      <p:nvGrpSpPr>
        <p:cNvPr id="1127" name="Shape 1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Google Shape;1128;p3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129" name="Google Shape;1129;p3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30" name="Google Shape;1130;p3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31" name="Google Shape;1131;p3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32" name="Google Shape;1132;p38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33" name="Google Shape;1133;p38"/>
          <p:cNvSpPr/>
          <p:nvPr/>
        </p:nvSpPr>
        <p:spPr>
          <a:xfrm>
            <a:off x="3901500" y="2473638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38"/>
          <p:cNvSpPr/>
          <p:nvPr/>
        </p:nvSpPr>
        <p:spPr>
          <a:xfrm>
            <a:off x="780300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5" name="Google Shape;1135;p38"/>
          <p:cNvSpPr/>
          <p:nvPr/>
        </p:nvSpPr>
        <p:spPr>
          <a:xfrm>
            <a:off x="0" y="2473650"/>
            <a:ext cx="43890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6" name="Google Shape;1136;p38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38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38"/>
          <p:cNvSpPr txBox="1"/>
          <p:nvPr>
            <p:ph idx="3" type="subTitle"/>
          </p:nvPr>
        </p:nvSpPr>
        <p:spPr>
          <a:xfrm>
            <a:off x="39015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39" name="Google Shape;1139;p38"/>
          <p:cNvSpPr txBox="1"/>
          <p:nvPr>
            <p:ph idx="4" type="subTitle"/>
          </p:nvPr>
        </p:nvSpPr>
        <p:spPr>
          <a:xfrm>
            <a:off x="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7315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40" name="Google Shape;1140;p38"/>
          <p:cNvSpPr txBox="1"/>
          <p:nvPr>
            <p:ph idx="5" type="subTitle"/>
          </p:nvPr>
        </p:nvSpPr>
        <p:spPr>
          <a:xfrm>
            <a:off x="7803000" y="2473650"/>
            <a:ext cx="43890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1097275" spcFirstLastPara="1" rIns="4572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41" name="Google Shape;1141;p3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42" name="Google Shape;1142;p38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43" name="Google Shape;1143;p3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28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chevrons">
  <p:cSld name="CUSTOM_4_20_1">
    <p:spTree>
      <p:nvGrpSpPr>
        <p:cNvPr id="1144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5" name="Google Shape;1145;p3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6" name="Google Shape;1146;p3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7" name="Google Shape;1147;p3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48" name="Google Shape;1148;p39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49" name="Google Shape;1149;p39"/>
          <p:cNvSpPr/>
          <p:nvPr/>
        </p:nvSpPr>
        <p:spPr>
          <a:xfrm>
            <a:off x="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39"/>
          <p:cNvSpPr/>
          <p:nvPr/>
        </p:nvSpPr>
        <p:spPr>
          <a:xfrm>
            <a:off x="11071500" y="2473638"/>
            <a:ext cx="1120500" cy="2702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39"/>
          <p:cNvSpPr/>
          <p:nvPr/>
        </p:nvSpPr>
        <p:spPr>
          <a:xfrm>
            <a:off x="586380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39"/>
          <p:cNvSpPr/>
          <p:nvPr/>
        </p:nvSpPr>
        <p:spPr>
          <a:xfrm>
            <a:off x="0" y="2473650"/>
            <a:ext cx="6328200" cy="2702400"/>
          </a:xfrm>
          <a:prstGeom prst="chevron">
            <a:avLst>
              <a:gd fmla="val 27319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39"/>
          <p:cNvSpPr txBox="1"/>
          <p:nvPr>
            <p:ph idx="2" type="subTitle"/>
          </p:nvPr>
        </p:nvSpPr>
        <p:spPr>
          <a:xfrm>
            <a:off x="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sp>
        <p:nvSpPr>
          <p:cNvPr id="1154" name="Google Shape;1154;p39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55" name="Google Shape;1155;p39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56" name="Google Shape;1156;p39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57" name="Google Shape;1157;p39"/>
          <p:cNvSpPr txBox="1"/>
          <p:nvPr>
            <p:ph idx="5" type="subTitle"/>
          </p:nvPr>
        </p:nvSpPr>
        <p:spPr>
          <a:xfrm>
            <a:off x="6633000" y="2473650"/>
            <a:ext cx="6328200" cy="270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868675" spcFirstLastPara="1" rIns="914400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800"/>
              <a:buNone/>
              <a:defRPr/>
            </a:lvl9pPr>
          </a:lstStyle>
          <a:p/>
        </p:txBody>
      </p:sp>
      <p:pic>
        <p:nvPicPr>
          <p:cNvPr id="1158" name="Google Shape;1158;p39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hree circles">
  <p:cSld name="CUSTOM_4_19">
    <p:spTree>
      <p:nvGrpSpPr>
        <p:cNvPr id="1159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60" name="Google Shape;1160;p4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1" name="Google Shape;1161;p4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62" name="Google Shape;1162;p4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63" name="Google Shape;1163;p4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164" name="Google Shape;1164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43525" y="2296425"/>
            <a:ext cx="8704948" cy="324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5" name="Google Shape;1165;p40"/>
          <p:cNvSpPr txBox="1"/>
          <p:nvPr>
            <p:ph idx="2" type="subTitle"/>
          </p:nvPr>
        </p:nvSpPr>
        <p:spPr>
          <a:xfrm>
            <a:off x="2262374" y="2965028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66" name="Google Shape;1166;p40"/>
          <p:cNvSpPr txBox="1"/>
          <p:nvPr>
            <p:ph idx="3" type="subTitle"/>
          </p:nvPr>
        </p:nvSpPr>
        <p:spPr>
          <a:xfrm>
            <a:off x="5005265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67" name="Google Shape;1167;p40"/>
          <p:cNvSpPr txBox="1"/>
          <p:nvPr>
            <p:ph idx="4" type="subTitle"/>
          </p:nvPr>
        </p:nvSpPr>
        <p:spPr>
          <a:xfrm>
            <a:off x="7748157" y="2965023"/>
            <a:ext cx="2181600" cy="191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274300" spcFirstLastPara="1" rIns="274300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68" name="Google Shape;1168;p40"/>
          <p:cNvSpPr txBox="1"/>
          <p:nvPr>
            <p:ph idx="5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69" name="Google Shape;1169;p4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70" name="Google Shape;1170;p40"/>
          <p:cNvSpPr txBox="1"/>
          <p:nvPr>
            <p:ph idx="6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171" name="Google Shape;1171;p4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3666" y="6186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lank">
  <p:cSld name="CUSTOM_4_18"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p41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174" name="Google Shape;1174;p4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5" name="Google Shape;1175;p4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6" name="Google Shape;1176;p4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7" name="Google Shape;1177;p41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178" name="Google Shape;1178;p41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and body">
  <p:cSld name="CUSTOM_4_17_2">
    <p:spTree>
      <p:nvGrpSpPr>
        <p:cNvPr id="1179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0" name="Google Shape;1180;p4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1" name="Google Shape;1181;p4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2" name="Google Shape;1182;p4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3" name="Google Shape;1183;p42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84" name="Google Shape;1184;p42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185" name="Google Shape;1185;p42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186" name="Google Shape;1186;p42"/>
          <p:cNvSpPr txBox="1"/>
          <p:nvPr>
            <p:ph idx="3" type="body"/>
          </p:nvPr>
        </p:nvSpPr>
        <p:spPr>
          <a:xfrm>
            <a:off x="2438400" y="22860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1187" name="Google Shape;1187;p42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body">
  <p:cSld name="CUSTOM_4_17_2_1"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43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90" name="Google Shape;1190;p4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1" name="Google Shape;1191;p4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2" name="Google Shape;1192;p4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3" name="Google Shape;1193;p43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94" name="Google Shape;1194;p43"/>
          <p:cNvSpPr txBox="1"/>
          <p:nvPr>
            <p:ph idx="3" type="body"/>
          </p:nvPr>
        </p:nvSpPr>
        <p:spPr>
          <a:xfrm>
            <a:off x="2438400" y="1600200"/>
            <a:ext cx="73152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35000"/>
              </a:lnSpc>
              <a:spcBef>
                <a:spcPts val="1000"/>
              </a:spcBef>
              <a:spcAft>
                <a:spcPts val="1000"/>
              </a:spcAft>
              <a:buSzPts val="1800"/>
              <a:buChar char="･"/>
              <a:defRPr/>
            </a:lvl9pPr>
          </a:lstStyle>
          <a:p/>
        </p:txBody>
      </p:sp>
      <p:pic>
        <p:nvPicPr>
          <p:cNvPr id="1195" name="Google Shape;1195;p4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vertical">
  <p:cSld name="CUSTOM_4_16">
    <p:spTree>
      <p:nvGrpSpPr>
        <p:cNvPr id="1196" name="Shape 1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Google Shape;1197;p44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198" name="Google Shape;1198;p4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9" name="Google Shape;1199;p4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0" name="Google Shape;1200;p4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01" name="Google Shape;1201;p44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202" name="Google Shape;1202;p44"/>
          <p:cNvCxnSpPr/>
          <p:nvPr/>
        </p:nvCxnSpPr>
        <p:spPr>
          <a:xfrm>
            <a:off x="4146414" y="-7350"/>
            <a:ext cx="0" cy="6872700"/>
          </a:xfrm>
          <a:prstGeom prst="straightConnector1">
            <a:avLst/>
          </a:prstGeom>
          <a:noFill/>
          <a:ln cap="flat" cmpd="sng" w="28575">
            <a:solidFill>
              <a:srgbClr val="D5D5D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03" name="Google Shape;1203;p44"/>
          <p:cNvSpPr txBox="1"/>
          <p:nvPr>
            <p:ph idx="3" type="subTitle"/>
          </p:nvPr>
        </p:nvSpPr>
        <p:spPr>
          <a:xfrm>
            <a:off x="4467775" y="1832876"/>
            <a:ext cx="5115600" cy="6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04" name="Google Shape;1204;p44"/>
          <p:cNvSpPr txBox="1"/>
          <p:nvPr>
            <p:ph idx="4" type="subTitle"/>
          </p:nvPr>
        </p:nvSpPr>
        <p:spPr>
          <a:xfrm>
            <a:off x="4467775" y="1441300"/>
            <a:ext cx="45387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05" name="Google Shape;1205;p44"/>
          <p:cNvSpPr txBox="1"/>
          <p:nvPr>
            <p:ph idx="5" type="subTitle"/>
          </p:nvPr>
        </p:nvSpPr>
        <p:spPr>
          <a:xfrm>
            <a:off x="3362500" y="1832876"/>
            <a:ext cx="6900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1206" name="Google Shape;1206;p4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4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meline horizontal">
  <p:cSld name="CUSTOM_4_15"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08" name="Google Shape;1208;p4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9" name="Google Shape;1209;p4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10" name="Google Shape;1210;p4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1" name="Google Shape;1211;p45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12" name="Google Shape;1212;p45"/>
          <p:cNvSpPr txBox="1"/>
          <p:nvPr>
            <p:ph idx="2" type="subTitle"/>
          </p:nvPr>
        </p:nvSpPr>
        <p:spPr>
          <a:xfrm>
            <a:off x="2042425" y="2497493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13" name="Google Shape;1213;p45"/>
          <p:cNvSpPr txBox="1"/>
          <p:nvPr>
            <p:ph idx="3" type="subTitle"/>
          </p:nvPr>
        </p:nvSpPr>
        <p:spPr>
          <a:xfrm>
            <a:off x="2042425" y="2903475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14" name="Google Shape;1214;p45"/>
          <p:cNvSpPr txBox="1"/>
          <p:nvPr>
            <p:ph idx="4" type="subTitle"/>
          </p:nvPr>
        </p:nvSpPr>
        <p:spPr>
          <a:xfrm>
            <a:off x="1596475" y="4403575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15" name="Google Shape;1215;p45"/>
          <p:cNvSpPr txBox="1"/>
          <p:nvPr>
            <p:ph idx="5" type="subTitle"/>
          </p:nvPr>
        </p:nvSpPr>
        <p:spPr>
          <a:xfrm>
            <a:off x="3278975" y="3892511"/>
            <a:ext cx="975900" cy="23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16" name="Google Shape;1216;p45"/>
          <p:cNvSpPr txBox="1"/>
          <p:nvPr>
            <p:ph idx="6" type="subTitle"/>
          </p:nvPr>
        </p:nvSpPr>
        <p:spPr>
          <a:xfrm>
            <a:off x="1713425" y="4752722"/>
            <a:ext cx="21069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17" name="Google Shape;1217;p45"/>
          <p:cNvSpPr txBox="1"/>
          <p:nvPr>
            <p:ph idx="7" type="subTitle"/>
          </p:nvPr>
        </p:nvSpPr>
        <p:spPr>
          <a:xfrm>
            <a:off x="1713425" y="5158703"/>
            <a:ext cx="2106900" cy="6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18" name="Google Shape;1218;p45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19" name="Google Shape;1219;p45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20" name="Google Shape;1220;p45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21" name="Google Shape;1221;p4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66" y="61653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callouts">
  <p:cSld name="CUSTOM_4_13">
    <p:spTree>
      <p:nvGrpSpPr>
        <p:cNvPr id="1222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Google Shape;1223;p46"/>
          <p:cNvSpPr txBox="1"/>
          <p:nvPr>
            <p:ph idx="1" type="subTitle"/>
          </p:nvPr>
        </p:nvSpPr>
        <p:spPr>
          <a:xfrm>
            <a:off x="4555550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24" name="Google Shape;1224;p46"/>
          <p:cNvSpPr txBox="1"/>
          <p:nvPr>
            <p:ph idx="2" type="subTitle"/>
          </p:nvPr>
        </p:nvSpPr>
        <p:spPr>
          <a:xfrm>
            <a:off x="7972925" y="2436425"/>
            <a:ext cx="3014700" cy="12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8000">
                <a:solidFill>
                  <a:schemeClr val="accent1"/>
                </a:solidFill>
              </a:defRPr>
            </a:lvl9pPr>
          </a:lstStyle>
          <a:p/>
        </p:txBody>
      </p:sp>
      <p:cxnSp>
        <p:nvCxnSpPr>
          <p:cNvPr id="1225" name="Google Shape;1225;p4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6" name="Google Shape;1226;p4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7" name="Google Shape;1227;p4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28" name="Google Shape;1228;p46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29" name="Google Shape;1229;p46"/>
          <p:cNvSpPr txBox="1"/>
          <p:nvPr>
            <p:ph idx="4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cxnSp>
        <p:nvCxnSpPr>
          <p:cNvPr id="1230" name="Google Shape;1230;p46"/>
          <p:cNvCxnSpPr/>
          <p:nvPr/>
        </p:nvCxnSpPr>
        <p:spPr>
          <a:xfrm>
            <a:off x="7885850" y="3677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231" name="Google Shape;1231;p46"/>
          <p:cNvSpPr txBox="1"/>
          <p:nvPr>
            <p:ph idx="5" type="subTitle"/>
          </p:nvPr>
        </p:nvSpPr>
        <p:spPr>
          <a:xfrm>
            <a:off x="4620750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32" name="Google Shape;1232;p46"/>
          <p:cNvSpPr txBox="1"/>
          <p:nvPr>
            <p:ph idx="6" type="subTitle"/>
          </p:nvPr>
        </p:nvSpPr>
        <p:spPr>
          <a:xfrm>
            <a:off x="4620750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33" name="Google Shape;1233;p46"/>
          <p:cNvSpPr txBox="1"/>
          <p:nvPr>
            <p:ph idx="7" type="subTitle"/>
          </p:nvPr>
        </p:nvSpPr>
        <p:spPr>
          <a:xfrm>
            <a:off x="8051175" y="3677388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34" name="Google Shape;1234;p46"/>
          <p:cNvSpPr txBox="1"/>
          <p:nvPr>
            <p:ph idx="8" type="subTitle"/>
          </p:nvPr>
        </p:nvSpPr>
        <p:spPr>
          <a:xfrm>
            <a:off x="8051175" y="4166613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35" name="Google Shape;1235;p46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36" name="Google Shape;1236;p4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37" name="Google Shape;1237;p46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38" name="Google Shape;1238;p4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two pies">
  <p:cSld name="CUSTOM_4_12">
    <p:spTree>
      <p:nvGrpSpPr>
        <p:cNvPr id="1239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0" name="Google Shape;1240;p4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41" name="Google Shape;1241;p4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2" name="Google Shape;1242;p4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3" name="Google Shape;1243;p4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244" name="Google Shape;1244;p47"/>
          <p:cNvCxnSpPr/>
          <p:nvPr/>
        </p:nvCxnSpPr>
        <p:spPr>
          <a:xfrm>
            <a:off x="7885850" y="4439350"/>
            <a:ext cx="0" cy="1404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245" name="Google Shape;1245;p47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246" name="Google Shape;1246;p47"/>
          <p:cNvSpPr txBox="1"/>
          <p:nvPr>
            <p:ph idx="3" type="subTitle"/>
          </p:nvPr>
        </p:nvSpPr>
        <p:spPr>
          <a:xfrm>
            <a:off x="4620750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47" name="Google Shape;1247;p47"/>
          <p:cNvSpPr txBox="1"/>
          <p:nvPr>
            <p:ph idx="4" type="subTitle"/>
          </p:nvPr>
        </p:nvSpPr>
        <p:spPr>
          <a:xfrm>
            <a:off x="4620750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48" name="Google Shape;1248;p47"/>
          <p:cNvSpPr txBox="1"/>
          <p:nvPr>
            <p:ph idx="5" type="subTitle"/>
          </p:nvPr>
        </p:nvSpPr>
        <p:spPr>
          <a:xfrm>
            <a:off x="8051175" y="4439350"/>
            <a:ext cx="29496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49" name="Google Shape;1249;p47"/>
          <p:cNvSpPr txBox="1"/>
          <p:nvPr>
            <p:ph idx="6" type="subTitle"/>
          </p:nvPr>
        </p:nvSpPr>
        <p:spPr>
          <a:xfrm>
            <a:off x="8051175" y="4928575"/>
            <a:ext cx="2949600" cy="91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250" name="Google Shape;1250;p47"/>
          <p:cNvSpPr txBox="1"/>
          <p:nvPr>
            <p:ph idx="7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51" name="Google Shape;1251;p4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52" name="Google Shape;1252;p47"/>
          <p:cNvSpPr txBox="1"/>
          <p:nvPr>
            <p:ph idx="8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53" name="Google Shape;1253;p4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0291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large pie">
  <p:cSld name="CUSTOM_4_11">
    <p:spTree>
      <p:nvGrpSpPr>
        <p:cNvPr id="1254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55" name="Google Shape;1255;p4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56" name="Google Shape;1256;p4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57" name="Google Shape;1257;p4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58" name="Google Shape;1258;p48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59" name="Google Shape;1259;p48"/>
          <p:cNvSpPr txBox="1"/>
          <p:nvPr>
            <p:ph idx="2" type="subTitle"/>
          </p:nvPr>
        </p:nvSpPr>
        <p:spPr>
          <a:xfrm>
            <a:off x="887800" y="2596700"/>
            <a:ext cx="3182700" cy="26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1260" name="Google Shape;1260;p48"/>
          <p:cNvSpPr txBox="1"/>
          <p:nvPr>
            <p:ph idx="3" type="subTitle"/>
          </p:nvPr>
        </p:nvSpPr>
        <p:spPr>
          <a:xfrm>
            <a:off x="9078238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1" name="Google Shape;1261;p48"/>
          <p:cNvSpPr txBox="1"/>
          <p:nvPr>
            <p:ph idx="4" type="subTitle"/>
          </p:nvPr>
        </p:nvSpPr>
        <p:spPr>
          <a:xfrm>
            <a:off x="10284513" y="3048425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2" name="Google Shape;1262;p48"/>
          <p:cNvSpPr txBox="1"/>
          <p:nvPr>
            <p:ph idx="5" type="subTitle"/>
          </p:nvPr>
        </p:nvSpPr>
        <p:spPr>
          <a:xfrm>
            <a:off x="9078238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3" name="Google Shape;1263;p48"/>
          <p:cNvSpPr txBox="1"/>
          <p:nvPr>
            <p:ph idx="6" type="subTitle"/>
          </p:nvPr>
        </p:nvSpPr>
        <p:spPr>
          <a:xfrm>
            <a:off x="10284513" y="38416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4" name="Google Shape;1264;p48"/>
          <p:cNvSpPr txBox="1"/>
          <p:nvPr>
            <p:ph idx="7" type="subTitle"/>
          </p:nvPr>
        </p:nvSpPr>
        <p:spPr>
          <a:xfrm>
            <a:off x="9078238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5" name="Google Shape;1265;p48"/>
          <p:cNvSpPr txBox="1"/>
          <p:nvPr>
            <p:ph idx="8" type="subTitle"/>
          </p:nvPr>
        </p:nvSpPr>
        <p:spPr>
          <a:xfrm>
            <a:off x="10284513" y="4603527"/>
            <a:ext cx="914400" cy="5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1000"/>
            </a:lvl9pPr>
          </a:lstStyle>
          <a:p/>
        </p:txBody>
      </p:sp>
      <p:sp>
        <p:nvSpPr>
          <p:cNvPr id="1266" name="Google Shape;1266;p48"/>
          <p:cNvSpPr txBox="1"/>
          <p:nvPr>
            <p:ph idx="9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67" name="Google Shape;1267;p48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268" name="Google Shape;1268;p48"/>
          <p:cNvSpPr txBox="1"/>
          <p:nvPr>
            <p:ph idx="13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269" name="Google Shape;1269;p4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266" y="62086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data percentage bars">
  <p:cSld name="CUSTOM_4_10">
    <p:spTree>
      <p:nvGrpSpPr>
        <p:cNvPr id="1270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71" name="Google Shape;1271;p4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2" name="Google Shape;1272;p4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3" name="Google Shape;1273;p4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74" name="Google Shape;1274;p49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75" name="Google Shape;1275;p49"/>
          <p:cNvSpPr txBox="1"/>
          <p:nvPr>
            <p:ph idx="2" type="subTitle"/>
          </p:nvPr>
        </p:nvSpPr>
        <p:spPr>
          <a:xfrm>
            <a:off x="8048050" y="28986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76" name="Google Shape;1276;p49"/>
          <p:cNvSpPr txBox="1"/>
          <p:nvPr>
            <p:ph idx="3" type="subTitle"/>
          </p:nvPr>
        </p:nvSpPr>
        <p:spPr>
          <a:xfrm>
            <a:off x="8048050" y="25406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77" name="Google Shape;1277;p49"/>
          <p:cNvSpPr txBox="1"/>
          <p:nvPr>
            <p:ph idx="4" type="subTitle"/>
          </p:nvPr>
        </p:nvSpPr>
        <p:spPr>
          <a:xfrm>
            <a:off x="8048050" y="4676800"/>
            <a:ext cx="3410400" cy="71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278" name="Google Shape;1278;p49"/>
          <p:cNvSpPr txBox="1"/>
          <p:nvPr>
            <p:ph idx="5" type="subTitle"/>
          </p:nvPr>
        </p:nvSpPr>
        <p:spPr>
          <a:xfrm>
            <a:off x="8048050" y="4318800"/>
            <a:ext cx="3410400" cy="333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chemeClr val="accent2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279" name="Google Shape;1279;p49"/>
          <p:cNvSpPr/>
          <p:nvPr/>
        </p:nvSpPr>
        <p:spPr>
          <a:xfrm>
            <a:off x="8895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0" name="Google Shape;1280;p49"/>
          <p:cNvSpPr/>
          <p:nvPr/>
        </p:nvSpPr>
        <p:spPr>
          <a:xfrm>
            <a:off x="8895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1" name="Google Shape;1281;p49"/>
          <p:cNvSpPr/>
          <p:nvPr/>
        </p:nvSpPr>
        <p:spPr>
          <a:xfrm>
            <a:off x="8895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2" name="Google Shape;1282;p49"/>
          <p:cNvSpPr/>
          <p:nvPr/>
        </p:nvSpPr>
        <p:spPr>
          <a:xfrm>
            <a:off x="8895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3" name="Google Shape;1283;p49"/>
          <p:cNvSpPr/>
          <p:nvPr/>
        </p:nvSpPr>
        <p:spPr>
          <a:xfrm>
            <a:off x="8895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4" name="Google Shape;1284;p49"/>
          <p:cNvSpPr/>
          <p:nvPr/>
        </p:nvSpPr>
        <p:spPr>
          <a:xfrm>
            <a:off x="8895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5" name="Google Shape;1285;p49"/>
          <p:cNvSpPr/>
          <p:nvPr/>
        </p:nvSpPr>
        <p:spPr>
          <a:xfrm>
            <a:off x="8895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6" name="Google Shape;1286;p49"/>
          <p:cNvSpPr/>
          <p:nvPr/>
        </p:nvSpPr>
        <p:spPr>
          <a:xfrm>
            <a:off x="8895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7" name="Google Shape;1287;p49"/>
          <p:cNvSpPr/>
          <p:nvPr/>
        </p:nvSpPr>
        <p:spPr>
          <a:xfrm>
            <a:off x="8895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8" name="Google Shape;1288;p49"/>
          <p:cNvSpPr/>
          <p:nvPr/>
        </p:nvSpPr>
        <p:spPr>
          <a:xfrm>
            <a:off x="8895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9" name="Google Shape;1289;p49"/>
          <p:cNvSpPr/>
          <p:nvPr/>
        </p:nvSpPr>
        <p:spPr>
          <a:xfrm>
            <a:off x="15860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0" name="Google Shape;1290;p49"/>
          <p:cNvSpPr/>
          <p:nvPr/>
        </p:nvSpPr>
        <p:spPr>
          <a:xfrm>
            <a:off x="15860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1" name="Google Shape;1291;p49"/>
          <p:cNvSpPr/>
          <p:nvPr/>
        </p:nvSpPr>
        <p:spPr>
          <a:xfrm>
            <a:off x="15860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2" name="Google Shape;1292;p49"/>
          <p:cNvSpPr/>
          <p:nvPr/>
        </p:nvSpPr>
        <p:spPr>
          <a:xfrm>
            <a:off x="15860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3" name="Google Shape;1293;p49"/>
          <p:cNvSpPr/>
          <p:nvPr/>
        </p:nvSpPr>
        <p:spPr>
          <a:xfrm>
            <a:off x="15860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4" name="Google Shape;1294;p49"/>
          <p:cNvSpPr/>
          <p:nvPr/>
        </p:nvSpPr>
        <p:spPr>
          <a:xfrm>
            <a:off x="15860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5" name="Google Shape;1295;p49"/>
          <p:cNvSpPr/>
          <p:nvPr/>
        </p:nvSpPr>
        <p:spPr>
          <a:xfrm>
            <a:off x="15860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6" name="Google Shape;1296;p49"/>
          <p:cNvSpPr/>
          <p:nvPr/>
        </p:nvSpPr>
        <p:spPr>
          <a:xfrm>
            <a:off x="15860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7" name="Google Shape;1297;p49"/>
          <p:cNvSpPr/>
          <p:nvPr/>
        </p:nvSpPr>
        <p:spPr>
          <a:xfrm>
            <a:off x="15860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49"/>
          <p:cNvSpPr/>
          <p:nvPr/>
        </p:nvSpPr>
        <p:spPr>
          <a:xfrm>
            <a:off x="15860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9" name="Google Shape;1299;p49"/>
          <p:cNvSpPr/>
          <p:nvPr/>
        </p:nvSpPr>
        <p:spPr>
          <a:xfrm>
            <a:off x="22824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49"/>
          <p:cNvSpPr/>
          <p:nvPr/>
        </p:nvSpPr>
        <p:spPr>
          <a:xfrm>
            <a:off x="22824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1" name="Google Shape;1301;p49"/>
          <p:cNvSpPr/>
          <p:nvPr/>
        </p:nvSpPr>
        <p:spPr>
          <a:xfrm>
            <a:off x="22824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49"/>
          <p:cNvSpPr/>
          <p:nvPr/>
        </p:nvSpPr>
        <p:spPr>
          <a:xfrm>
            <a:off x="22824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3" name="Google Shape;1303;p49"/>
          <p:cNvSpPr/>
          <p:nvPr/>
        </p:nvSpPr>
        <p:spPr>
          <a:xfrm>
            <a:off x="22824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49"/>
          <p:cNvSpPr/>
          <p:nvPr/>
        </p:nvSpPr>
        <p:spPr>
          <a:xfrm>
            <a:off x="22824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5" name="Google Shape;1305;p49"/>
          <p:cNvSpPr/>
          <p:nvPr/>
        </p:nvSpPr>
        <p:spPr>
          <a:xfrm>
            <a:off x="22824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49"/>
          <p:cNvSpPr/>
          <p:nvPr/>
        </p:nvSpPr>
        <p:spPr>
          <a:xfrm>
            <a:off x="22824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7" name="Google Shape;1307;p49"/>
          <p:cNvSpPr/>
          <p:nvPr/>
        </p:nvSpPr>
        <p:spPr>
          <a:xfrm>
            <a:off x="22824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8" name="Google Shape;1308;p49"/>
          <p:cNvSpPr/>
          <p:nvPr/>
        </p:nvSpPr>
        <p:spPr>
          <a:xfrm>
            <a:off x="22824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p49"/>
          <p:cNvSpPr/>
          <p:nvPr/>
        </p:nvSpPr>
        <p:spPr>
          <a:xfrm>
            <a:off x="29789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0" name="Google Shape;1310;p49"/>
          <p:cNvSpPr/>
          <p:nvPr/>
        </p:nvSpPr>
        <p:spPr>
          <a:xfrm>
            <a:off x="29789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p49"/>
          <p:cNvSpPr/>
          <p:nvPr/>
        </p:nvSpPr>
        <p:spPr>
          <a:xfrm>
            <a:off x="29789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2" name="Google Shape;1312;p49"/>
          <p:cNvSpPr/>
          <p:nvPr/>
        </p:nvSpPr>
        <p:spPr>
          <a:xfrm>
            <a:off x="29789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49"/>
          <p:cNvSpPr/>
          <p:nvPr/>
        </p:nvSpPr>
        <p:spPr>
          <a:xfrm>
            <a:off x="29789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4" name="Google Shape;1314;p49"/>
          <p:cNvSpPr/>
          <p:nvPr/>
        </p:nvSpPr>
        <p:spPr>
          <a:xfrm>
            <a:off x="29789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49"/>
          <p:cNvSpPr/>
          <p:nvPr/>
        </p:nvSpPr>
        <p:spPr>
          <a:xfrm>
            <a:off x="29789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6" name="Google Shape;1316;p49"/>
          <p:cNvSpPr/>
          <p:nvPr/>
        </p:nvSpPr>
        <p:spPr>
          <a:xfrm>
            <a:off x="29789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49"/>
          <p:cNvSpPr/>
          <p:nvPr/>
        </p:nvSpPr>
        <p:spPr>
          <a:xfrm>
            <a:off x="29789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8" name="Google Shape;1318;p49"/>
          <p:cNvSpPr/>
          <p:nvPr/>
        </p:nvSpPr>
        <p:spPr>
          <a:xfrm>
            <a:off x="29789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p49"/>
          <p:cNvSpPr/>
          <p:nvPr/>
        </p:nvSpPr>
        <p:spPr>
          <a:xfrm>
            <a:off x="36754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49"/>
          <p:cNvSpPr/>
          <p:nvPr/>
        </p:nvSpPr>
        <p:spPr>
          <a:xfrm>
            <a:off x="36754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49"/>
          <p:cNvSpPr/>
          <p:nvPr/>
        </p:nvSpPr>
        <p:spPr>
          <a:xfrm>
            <a:off x="36754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2" name="Google Shape;1322;p49"/>
          <p:cNvSpPr/>
          <p:nvPr/>
        </p:nvSpPr>
        <p:spPr>
          <a:xfrm>
            <a:off x="36754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49"/>
          <p:cNvSpPr/>
          <p:nvPr/>
        </p:nvSpPr>
        <p:spPr>
          <a:xfrm>
            <a:off x="36754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4" name="Google Shape;1324;p49"/>
          <p:cNvSpPr/>
          <p:nvPr/>
        </p:nvSpPr>
        <p:spPr>
          <a:xfrm>
            <a:off x="36754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5" name="Google Shape;1325;p49"/>
          <p:cNvSpPr/>
          <p:nvPr/>
        </p:nvSpPr>
        <p:spPr>
          <a:xfrm>
            <a:off x="36754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p49"/>
          <p:cNvSpPr/>
          <p:nvPr/>
        </p:nvSpPr>
        <p:spPr>
          <a:xfrm>
            <a:off x="36754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49"/>
          <p:cNvSpPr/>
          <p:nvPr/>
        </p:nvSpPr>
        <p:spPr>
          <a:xfrm>
            <a:off x="36754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8" name="Google Shape;1328;p49"/>
          <p:cNvSpPr/>
          <p:nvPr/>
        </p:nvSpPr>
        <p:spPr>
          <a:xfrm>
            <a:off x="36754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49"/>
          <p:cNvSpPr/>
          <p:nvPr/>
        </p:nvSpPr>
        <p:spPr>
          <a:xfrm>
            <a:off x="43719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0" name="Google Shape;1330;p49"/>
          <p:cNvSpPr/>
          <p:nvPr/>
        </p:nvSpPr>
        <p:spPr>
          <a:xfrm>
            <a:off x="43719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1" name="Google Shape;1331;p49"/>
          <p:cNvSpPr/>
          <p:nvPr/>
        </p:nvSpPr>
        <p:spPr>
          <a:xfrm>
            <a:off x="43719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2" name="Google Shape;1332;p49"/>
          <p:cNvSpPr/>
          <p:nvPr/>
        </p:nvSpPr>
        <p:spPr>
          <a:xfrm>
            <a:off x="43719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3" name="Google Shape;1333;p49"/>
          <p:cNvSpPr/>
          <p:nvPr/>
        </p:nvSpPr>
        <p:spPr>
          <a:xfrm>
            <a:off x="43719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4" name="Google Shape;1334;p49"/>
          <p:cNvSpPr/>
          <p:nvPr/>
        </p:nvSpPr>
        <p:spPr>
          <a:xfrm>
            <a:off x="43719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49"/>
          <p:cNvSpPr/>
          <p:nvPr/>
        </p:nvSpPr>
        <p:spPr>
          <a:xfrm>
            <a:off x="43719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6" name="Google Shape;1336;p49"/>
          <p:cNvSpPr/>
          <p:nvPr/>
        </p:nvSpPr>
        <p:spPr>
          <a:xfrm>
            <a:off x="43719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7" name="Google Shape;1337;p49"/>
          <p:cNvSpPr/>
          <p:nvPr/>
        </p:nvSpPr>
        <p:spPr>
          <a:xfrm>
            <a:off x="43719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49"/>
          <p:cNvSpPr/>
          <p:nvPr/>
        </p:nvSpPr>
        <p:spPr>
          <a:xfrm>
            <a:off x="43719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9" name="Google Shape;1339;p49"/>
          <p:cNvSpPr/>
          <p:nvPr/>
        </p:nvSpPr>
        <p:spPr>
          <a:xfrm>
            <a:off x="506837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0" name="Google Shape;1340;p49"/>
          <p:cNvSpPr/>
          <p:nvPr/>
        </p:nvSpPr>
        <p:spPr>
          <a:xfrm>
            <a:off x="506837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1" name="Google Shape;1341;p49"/>
          <p:cNvSpPr/>
          <p:nvPr/>
        </p:nvSpPr>
        <p:spPr>
          <a:xfrm>
            <a:off x="506837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2" name="Google Shape;1342;p49"/>
          <p:cNvSpPr/>
          <p:nvPr/>
        </p:nvSpPr>
        <p:spPr>
          <a:xfrm>
            <a:off x="506837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3" name="Google Shape;1343;p49"/>
          <p:cNvSpPr/>
          <p:nvPr/>
        </p:nvSpPr>
        <p:spPr>
          <a:xfrm>
            <a:off x="506837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49"/>
          <p:cNvSpPr/>
          <p:nvPr/>
        </p:nvSpPr>
        <p:spPr>
          <a:xfrm>
            <a:off x="506837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5" name="Google Shape;1345;p49"/>
          <p:cNvSpPr/>
          <p:nvPr/>
        </p:nvSpPr>
        <p:spPr>
          <a:xfrm>
            <a:off x="506837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6" name="Google Shape;1346;p49"/>
          <p:cNvSpPr/>
          <p:nvPr/>
        </p:nvSpPr>
        <p:spPr>
          <a:xfrm>
            <a:off x="506837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49"/>
          <p:cNvSpPr/>
          <p:nvPr/>
        </p:nvSpPr>
        <p:spPr>
          <a:xfrm>
            <a:off x="506837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8" name="Google Shape;1348;p49"/>
          <p:cNvSpPr/>
          <p:nvPr/>
        </p:nvSpPr>
        <p:spPr>
          <a:xfrm>
            <a:off x="506837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9" name="Google Shape;1349;p49"/>
          <p:cNvSpPr/>
          <p:nvPr/>
        </p:nvSpPr>
        <p:spPr>
          <a:xfrm>
            <a:off x="576485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0" name="Google Shape;1350;p49"/>
          <p:cNvSpPr/>
          <p:nvPr/>
        </p:nvSpPr>
        <p:spPr>
          <a:xfrm>
            <a:off x="576485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1" name="Google Shape;1351;p49"/>
          <p:cNvSpPr/>
          <p:nvPr/>
        </p:nvSpPr>
        <p:spPr>
          <a:xfrm>
            <a:off x="576485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2" name="Google Shape;1352;p49"/>
          <p:cNvSpPr/>
          <p:nvPr/>
        </p:nvSpPr>
        <p:spPr>
          <a:xfrm>
            <a:off x="576485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3" name="Google Shape;1353;p49"/>
          <p:cNvSpPr/>
          <p:nvPr/>
        </p:nvSpPr>
        <p:spPr>
          <a:xfrm>
            <a:off x="576485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4" name="Google Shape;1354;p49"/>
          <p:cNvSpPr/>
          <p:nvPr/>
        </p:nvSpPr>
        <p:spPr>
          <a:xfrm>
            <a:off x="576485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5" name="Google Shape;1355;p49"/>
          <p:cNvSpPr/>
          <p:nvPr/>
        </p:nvSpPr>
        <p:spPr>
          <a:xfrm>
            <a:off x="576485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6" name="Google Shape;1356;p49"/>
          <p:cNvSpPr/>
          <p:nvPr/>
        </p:nvSpPr>
        <p:spPr>
          <a:xfrm>
            <a:off x="576485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7" name="Google Shape;1357;p49"/>
          <p:cNvSpPr/>
          <p:nvPr/>
        </p:nvSpPr>
        <p:spPr>
          <a:xfrm>
            <a:off x="576485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8" name="Google Shape;1358;p49"/>
          <p:cNvSpPr/>
          <p:nvPr/>
        </p:nvSpPr>
        <p:spPr>
          <a:xfrm>
            <a:off x="576485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9" name="Google Shape;1359;p49"/>
          <p:cNvSpPr/>
          <p:nvPr/>
        </p:nvSpPr>
        <p:spPr>
          <a:xfrm>
            <a:off x="6461325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0" name="Google Shape;1360;p49"/>
          <p:cNvSpPr/>
          <p:nvPr/>
        </p:nvSpPr>
        <p:spPr>
          <a:xfrm>
            <a:off x="6461325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1" name="Google Shape;1361;p49"/>
          <p:cNvSpPr/>
          <p:nvPr/>
        </p:nvSpPr>
        <p:spPr>
          <a:xfrm>
            <a:off x="6461325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2" name="Google Shape;1362;p49"/>
          <p:cNvSpPr/>
          <p:nvPr/>
        </p:nvSpPr>
        <p:spPr>
          <a:xfrm>
            <a:off x="6461325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3" name="Google Shape;1363;p49"/>
          <p:cNvSpPr/>
          <p:nvPr/>
        </p:nvSpPr>
        <p:spPr>
          <a:xfrm>
            <a:off x="6461325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4" name="Google Shape;1364;p49"/>
          <p:cNvSpPr/>
          <p:nvPr/>
        </p:nvSpPr>
        <p:spPr>
          <a:xfrm>
            <a:off x="6461325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5" name="Google Shape;1365;p49"/>
          <p:cNvSpPr/>
          <p:nvPr/>
        </p:nvSpPr>
        <p:spPr>
          <a:xfrm>
            <a:off x="6461325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6" name="Google Shape;1366;p49"/>
          <p:cNvSpPr/>
          <p:nvPr/>
        </p:nvSpPr>
        <p:spPr>
          <a:xfrm>
            <a:off x="6461325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7" name="Google Shape;1367;p49"/>
          <p:cNvSpPr/>
          <p:nvPr/>
        </p:nvSpPr>
        <p:spPr>
          <a:xfrm>
            <a:off x="6461325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8" name="Google Shape;1368;p49"/>
          <p:cNvSpPr/>
          <p:nvPr/>
        </p:nvSpPr>
        <p:spPr>
          <a:xfrm>
            <a:off x="6461325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9" name="Google Shape;1369;p49"/>
          <p:cNvSpPr/>
          <p:nvPr/>
        </p:nvSpPr>
        <p:spPr>
          <a:xfrm>
            <a:off x="7157800" y="25406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0" name="Google Shape;1370;p49"/>
          <p:cNvSpPr/>
          <p:nvPr/>
        </p:nvSpPr>
        <p:spPr>
          <a:xfrm>
            <a:off x="7157800" y="26491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1" name="Google Shape;1371;p49"/>
          <p:cNvSpPr/>
          <p:nvPr/>
        </p:nvSpPr>
        <p:spPr>
          <a:xfrm>
            <a:off x="7157800" y="27577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2" name="Google Shape;1372;p49"/>
          <p:cNvSpPr/>
          <p:nvPr/>
        </p:nvSpPr>
        <p:spPr>
          <a:xfrm>
            <a:off x="7157800" y="28663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3" name="Google Shape;1373;p49"/>
          <p:cNvSpPr/>
          <p:nvPr/>
        </p:nvSpPr>
        <p:spPr>
          <a:xfrm>
            <a:off x="7157800" y="29749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4" name="Google Shape;1374;p49"/>
          <p:cNvSpPr/>
          <p:nvPr/>
        </p:nvSpPr>
        <p:spPr>
          <a:xfrm>
            <a:off x="7157800" y="30834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5" name="Google Shape;1375;p49"/>
          <p:cNvSpPr/>
          <p:nvPr/>
        </p:nvSpPr>
        <p:spPr>
          <a:xfrm>
            <a:off x="7157800" y="319205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6" name="Google Shape;1376;p49"/>
          <p:cNvSpPr/>
          <p:nvPr/>
        </p:nvSpPr>
        <p:spPr>
          <a:xfrm>
            <a:off x="7157800" y="330062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7" name="Google Shape;1377;p49"/>
          <p:cNvSpPr/>
          <p:nvPr/>
        </p:nvSpPr>
        <p:spPr>
          <a:xfrm>
            <a:off x="7157800" y="3409200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8" name="Google Shape;1378;p49"/>
          <p:cNvSpPr/>
          <p:nvPr/>
        </p:nvSpPr>
        <p:spPr>
          <a:xfrm>
            <a:off x="7157800" y="3517775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9" name="Google Shape;1379;p49"/>
          <p:cNvSpPr/>
          <p:nvPr/>
        </p:nvSpPr>
        <p:spPr>
          <a:xfrm>
            <a:off x="8895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0" name="Google Shape;1380;p49"/>
          <p:cNvSpPr/>
          <p:nvPr/>
        </p:nvSpPr>
        <p:spPr>
          <a:xfrm>
            <a:off x="8895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1" name="Google Shape;1381;p49"/>
          <p:cNvSpPr/>
          <p:nvPr/>
        </p:nvSpPr>
        <p:spPr>
          <a:xfrm>
            <a:off x="8895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2" name="Google Shape;1382;p49"/>
          <p:cNvSpPr/>
          <p:nvPr/>
        </p:nvSpPr>
        <p:spPr>
          <a:xfrm>
            <a:off x="8895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3" name="Google Shape;1383;p49"/>
          <p:cNvSpPr/>
          <p:nvPr/>
        </p:nvSpPr>
        <p:spPr>
          <a:xfrm>
            <a:off x="8895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4" name="Google Shape;1384;p49"/>
          <p:cNvSpPr/>
          <p:nvPr/>
        </p:nvSpPr>
        <p:spPr>
          <a:xfrm>
            <a:off x="8895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5" name="Google Shape;1385;p49"/>
          <p:cNvSpPr/>
          <p:nvPr/>
        </p:nvSpPr>
        <p:spPr>
          <a:xfrm>
            <a:off x="8895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6" name="Google Shape;1386;p49"/>
          <p:cNvSpPr/>
          <p:nvPr/>
        </p:nvSpPr>
        <p:spPr>
          <a:xfrm>
            <a:off x="8895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7" name="Google Shape;1387;p49"/>
          <p:cNvSpPr/>
          <p:nvPr/>
        </p:nvSpPr>
        <p:spPr>
          <a:xfrm>
            <a:off x="8895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8" name="Google Shape;1388;p49"/>
          <p:cNvSpPr/>
          <p:nvPr/>
        </p:nvSpPr>
        <p:spPr>
          <a:xfrm>
            <a:off x="8895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9" name="Google Shape;1389;p49"/>
          <p:cNvSpPr/>
          <p:nvPr/>
        </p:nvSpPr>
        <p:spPr>
          <a:xfrm>
            <a:off x="15860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0" name="Google Shape;1390;p49"/>
          <p:cNvSpPr/>
          <p:nvPr/>
        </p:nvSpPr>
        <p:spPr>
          <a:xfrm>
            <a:off x="15860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1" name="Google Shape;1391;p49"/>
          <p:cNvSpPr/>
          <p:nvPr/>
        </p:nvSpPr>
        <p:spPr>
          <a:xfrm>
            <a:off x="15860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2" name="Google Shape;1392;p49"/>
          <p:cNvSpPr/>
          <p:nvPr/>
        </p:nvSpPr>
        <p:spPr>
          <a:xfrm>
            <a:off x="15860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3" name="Google Shape;1393;p49"/>
          <p:cNvSpPr/>
          <p:nvPr/>
        </p:nvSpPr>
        <p:spPr>
          <a:xfrm>
            <a:off x="15860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4" name="Google Shape;1394;p49"/>
          <p:cNvSpPr/>
          <p:nvPr/>
        </p:nvSpPr>
        <p:spPr>
          <a:xfrm>
            <a:off x="15860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5" name="Google Shape;1395;p49"/>
          <p:cNvSpPr/>
          <p:nvPr/>
        </p:nvSpPr>
        <p:spPr>
          <a:xfrm>
            <a:off x="15860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6" name="Google Shape;1396;p49"/>
          <p:cNvSpPr/>
          <p:nvPr/>
        </p:nvSpPr>
        <p:spPr>
          <a:xfrm>
            <a:off x="15860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7" name="Google Shape;1397;p49"/>
          <p:cNvSpPr/>
          <p:nvPr/>
        </p:nvSpPr>
        <p:spPr>
          <a:xfrm>
            <a:off x="15860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8" name="Google Shape;1398;p49"/>
          <p:cNvSpPr/>
          <p:nvPr/>
        </p:nvSpPr>
        <p:spPr>
          <a:xfrm>
            <a:off x="15860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9" name="Google Shape;1399;p49"/>
          <p:cNvSpPr/>
          <p:nvPr/>
        </p:nvSpPr>
        <p:spPr>
          <a:xfrm>
            <a:off x="22824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0" name="Google Shape;1400;p49"/>
          <p:cNvSpPr/>
          <p:nvPr/>
        </p:nvSpPr>
        <p:spPr>
          <a:xfrm>
            <a:off x="22824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1" name="Google Shape;1401;p49"/>
          <p:cNvSpPr/>
          <p:nvPr/>
        </p:nvSpPr>
        <p:spPr>
          <a:xfrm>
            <a:off x="22824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2" name="Google Shape;1402;p49"/>
          <p:cNvSpPr/>
          <p:nvPr/>
        </p:nvSpPr>
        <p:spPr>
          <a:xfrm>
            <a:off x="22824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3" name="Google Shape;1403;p49"/>
          <p:cNvSpPr/>
          <p:nvPr/>
        </p:nvSpPr>
        <p:spPr>
          <a:xfrm>
            <a:off x="22824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4" name="Google Shape;1404;p49"/>
          <p:cNvSpPr/>
          <p:nvPr/>
        </p:nvSpPr>
        <p:spPr>
          <a:xfrm>
            <a:off x="22824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5" name="Google Shape;1405;p49"/>
          <p:cNvSpPr/>
          <p:nvPr/>
        </p:nvSpPr>
        <p:spPr>
          <a:xfrm>
            <a:off x="22824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6" name="Google Shape;1406;p49"/>
          <p:cNvSpPr/>
          <p:nvPr/>
        </p:nvSpPr>
        <p:spPr>
          <a:xfrm>
            <a:off x="22824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7" name="Google Shape;1407;p49"/>
          <p:cNvSpPr/>
          <p:nvPr/>
        </p:nvSpPr>
        <p:spPr>
          <a:xfrm>
            <a:off x="22824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8" name="Google Shape;1408;p49"/>
          <p:cNvSpPr/>
          <p:nvPr/>
        </p:nvSpPr>
        <p:spPr>
          <a:xfrm>
            <a:off x="22824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9" name="Google Shape;1409;p49"/>
          <p:cNvSpPr/>
          <p:nvPr/>
        </p:nvSpPr>
        <p:spPr>
          <a:xfrm>
            <a:off x="29789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0" name="Google Shape;1410;p49"/>
          <p:cNvSpPr/>
          <p:nvPr/>
        </p:nvSpPr>
        <p:spPr>
          <a:xfrm>
            <a:off x="29789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1" name="Google Shape;1411;p49"/>
          <p:cNvSpPr/>
          <p:nvPr/>
        </p:nvSpPr>
        <p:spPr>
          <a:xfrm>
            <a:off x="29789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2" name="Google Shape;1412;p49"/>
          <p:cNvSpPr/>
          <p:nvPr/>
        </p:nvSpPr>
        <p:spPr>
          <a:xfrm>
            <a:off x="29789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3" name="Google Shape;1413;p49"/>
          <p:cNvSpPr/>
          <p:nvPr/>
        </p:nvSpPr>
        <p:spPr>
          <a:xfrm>
            <a:off x="29789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4" name="Google Shape;1414;p49"/>
          <p:cNvSpPr/>
          <p:nvPr/>
        </p:nvSpPr>
        <p:spPr>
          <a:xfrm>
            <a:off x="29789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5" name="Google Shape;1415;p49"/>
          <p:cNvSpPr/>
          <p:nvPr/>
        </p:nvSpPr>
        <p:spPr>
          <a:xfrm>
            <a:off x="29789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6" name="Google Shape;1416;p49"/>
          <p:cNvSpPr/>
          <p:nvPr/>
        </p:nvSpPr>
        <p:spPr>
          <a:xfrm>
            <a:off x="29789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7" name="Google Shape;1417;p49"/>
          <p:cNvSpPr/>
          <p:nvPr/>
        </p:nvSpPr>
        <p:spPr>
          <a:xfrm>
            <a:off x="29789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8" name="Google Shape;1418;p49"/>
          <p:cNvSpPr/>
          <p:nvPr/>
        </p:nvSpPr>
        <p:spPr>
          <a:xfrm>
            <a:off x="29789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9" name="Google Shape;1419;p49"/>
          <p:cNvSpPr/>
          <p:nvPr/>
        </p:nvSpPr>
        <p:spPr>
          <a:xfrm>
            <a:off x="36754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0" name="Google Shape;1420;p49"/>
          <p:cNvSpPr/>
          <p:nvPr/>
        </p:nvSpPr>
        <p:spPr>
          <a:xfrm>
            <a:off x="36754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1" name="Google Shape;1421;p49"/>
          <p:cNvSpPr/>
          <p:nvPr/>
        </p:nvSpPr>
        <p:spPr>
          <a:xfrm>
            <a:off x="36754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2" name="Google Shape;1422;p49"/>
          <p:cNvSpPr/>
          <p:nvPr/>
        </p:nvSpPr>
        <p:spPr>
          <a:xfrm>
            <a:off x="36754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3" name="Google Shape;1423;p49"/>
          <p:cNvSpPr/>
          <p:nvPr/>
        </p:nvSpPr>
        <p:spPr>
          <a:xfrm>
            <a:off x="36754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4" name="Google Shape;1424;p49"/>
          <p:cNvSpPr/>
          <p:nvPr/>
        </p:nvSpPr>
        <p:spPr>
          <a:xfrm>
            <a:off x="36754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5" name="Google Shape;1425;p49"/>
          <p:cNvSpPr/>
          <p:nvPr/>
        </p:nvSpPr>
        <p:spPr>
          <a:xfrm>
            <a:off x="36754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6" name="Google Shape;1426;p49"/>
          <p:cNvSpPr/>
          <p:nvPr/>
        </p:nvSpPr>
        <p:spPr>
          <a:xfrm>
            <a:off x="36754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49"/>
          <p:cNvSpPr/>
          <p:nvPr/>
        </p:nvSpPr>
        <p:spPr>
          <a:xfrm>
            <a:off x="36754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8" name="Google Shape;1428;p49"/>
          <p:cNvSpPr/>
          <p:nvPr/>
        </p:nvSpPr>
        <p:spPr>
          <a:xfrm>
            <a:off x="36754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9" name="Google Shape;1429;p49"/>
          <p:cNvSpPr/>
          <p:nvPr/>
        </p:nvSpPr>
        <p:spPr>
          <a:xfrm>
            <a:off x="43719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0" name="Google Shape;1430;p49"/>
          <p:cNvSpPr/>
          <p:nvPr/>
        </p:nvSpPr>
        <p:spPr>
          <a:xfrm>
            <a:off x="43719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1" name="Google Shape;1431;p49"/>
          <p:cNvSpPr/>
          <p:nvPr/>
        </p:nvSpPr>
        <p:spPr>
          <a:xfrm>
            <a:off x="43719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2" name="Google Shape;1432;p49"/>
          <p:cNvSpPr/>
          <p:nvPr/>
        </p:nvSpPr>
        <p:spPr>
          <a:xfrm>
            <a:off x="43719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3" name="Google Shape;1433;p49"/>
          <p:cNvSpPr/>
          <p:nvPr/>
        </p:nvSpPr>
        <p:spPr>
          <a:xfrm>
            <a:off x="43719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4" name="Google Shape;1434;p49"/>
          <p:cNvSpPr/>
          <p:nvPr/>
        </p:nvSpPr>
        <p:spPr>
          <a:xfrm>
            <a:off x="43719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5" name="Google Shape;1435;p49"/>
          <p:cNvSpPr/>
          <p:nvPr/>
        </p:nvSpPr>
        <p:spPr>
          <a:xfrm>
            <a:off x="43719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6" name="Google Shape;1436;p49"/>
          <p:cNvSpPr/>
          <p:nvPr/>
        </p:nvSpPr>
        <p:spPr>
          <a:xfrm>
            <a:off x="43719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7" name="Google Shape;1437;p49"/>
          <p:cNvSpPr/>
          <p:nvPr/>
        </p:nvSpPr>
        <p:spPr>
          <a:xfrm>
            <a:off x="43719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8" name="Google Shape;1438;p49"/>
          <p:cNvSpPr/>
          <p:nvPr/>
        </p:nvSpPr>
        <p:spPr>
          <a:xfrm>
            <a:off x="43719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9" name="Google Shape;1439;p49"/>
          <p:cNvSpPr/>
          <p:nvPr/>
        </p:nvSpPr>
        <p:spPr>
          <a:xfrm>
            <a:off x="506837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0" name="Google Shape;1440;p49"/>
          <p:cNvSpPr/>
          <p:nvPr/>
        </p:nvSpPr>
        <p:spPr>
          <a:xfrm>
            <a:off x="506837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1" name="Google Shape;1441;p49"/>
          <p:cNvSpPr/>
          <p:nvPr/>
        </p:nvSpPr>
        <p:spPr>
          <a:xfrm>
            <a:off x="506837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2" name="Google Shape;1442;p49"/>
          <p:cNvSpPr/>
          <p:nvPr/>
        </p:nvSpPr>
        <p:spPr>
          <a:xfrm>
            <a:off x="506837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3" name="Google Shape;1443;p49"/>
          <p:cNvSpPr/>
          <p:nvPr/>
        </p:nvSpPr>
        <p:spPr>
          <a:xfrm>
            <a:off x="506837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4" name="Google Shape;1444;p49"/>
          <p:cNvSpPr/>
          <p:nvPr/>
        </p:nvSpPr>
        <p:spPr>
          <a:xfrm>
            <a:off x="506837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5" name="Google Shape;1445;p49"/>
          <p:cNvSpPr/>
          <p:nvPr/>
        </p:nvSpPr>
        <p:spPr>
          <a:xfrm>
            <a:off x="506837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6" name="Google Shape;1446;p49"/>
          <p:cNvSpPr/>
          <p:nvPr/>
        </p:nvSpPr>
        <p:spPr>
          <a:xfrm>
            <a:off x="506837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7" name="Google Shape;1447;p49"/>
          <p:cNvSpPr/>
          <p:nvPr/>
        </p:nvSpPr>
        <p:spPr>
          <a:xfrm>
            <a:off x="506837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8" name="Google Shape;1448;p49"/>
          <p:cNvSpPr/>
          <p:nvPr/>
        </p:nvSpPr>
        <p:spPr>
          <a:xfrm>
            <a:off x="506837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9" name="Google Shape;1449;p49"/>
          <p:cNvSpPr/>
          <p:nvPr/>
        </p:nvSpPr>
        <p:spPr>
          <a:xfrm>
            <a:off x="576485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0" name="Google Shape;1450;p49"/>
          <p:cNvSpPr/>
          <p:nvPr/>
        </p:nvSpPr>
        <p:spPr>
          <a:xfrm>
            <a:off x="576485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1" name="Google Shape;1451;p49"/>
          <p:cNvSpPr/>
          <p:nvPr/>
        </p:nvSpPr>
        <p:spPr>
          <a:xfrm>
            <a:off x="576485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2" name="Google Shape;1452;p49"/>
          <p:cNvSpPr/>
          <p:nvPr/>
        </p:nvSpPr>
        <p:spPr>
          <a:xfrm>
            <a:off x="576485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3" name="Google Shape;1453;p49"/>
          <p:cNvSpPr/>
          <p:nvPr/>
        </p:nvSpPr>
        <p:spPr>
          <a:xfrm>
            <a:off x="576485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4" name="Google Shape;1454;p49"/>
          <p:cNvSpPr/>
          <p:nvPr/>
        </p:nvSpPr>
        <p:spPr>
          <a:xfrm>
            <a:off x="576485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5" name="Google Shape;1455;p49"/>
          <p:cNvSpPr/>
          <p:nvPr/>
        </p:nvSpPr>
        <p:spPr>
          <a:xfrm>
            <a:off x="576485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6" name="Google Shape;1456;p49"/>
          <p:cNvSpPr/>
          <p:nvPr/>
        </p:nvSpPr>
        <p:spPr>
          <a:xfrm>
            <a:off x="576485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7" name="Google Shape;1457;p49"/>
          <p:cNvSpPr/>
          <p:nvPr/>
        </p:nvSpPr>
        <p:spPr>
          <a:xfrm>
            <a:off x="576485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8" name="Google Shape;1458;p49"/>
          <p:cNvSpPr/>
          <p:nvPr/>
        </p:nvSpPr>
        <p:spPr>
          <a:xfrm>
            <a:off x="576485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9" name="Google Shape;1459;p49"/>
          <p:cNvSpPr/>
          <p:nvPr/>
        </p:nvSpPr>
        <p:spPr>
          <a:xfrm>
            <a:off x="6461325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0" name="Google Shape;1460;p49"/>
          <p:cNvSpPr/>
          <p:nvPr/>
        </p:nvSpPr>
        <p:spPr>
          <a:xfrm>
            <a:off x="6461325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1" name="Google Shape;1461;p49"/>
          <p:cNvSpPr/>
          <p:nvPr/>
        </p:nvSpPr>
        <p:spPr>
          <a:xfrm>
            <a:off x="6461325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2" name="Google Shape;1462;p49"/>
          <p:cNvSpPr/>
          <p:nvPr/>
        </p:nvSpPr>
        <p:spPr>
          <a:xfrm>
            <a:off x="6461325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3" name="Google Shape;1463;p49"/>
          <p:cNvSpPr/>
          <p:nvPr/>
        </p:nvSpPr>
        <p:spPr>
          <a:xfrm>
            <a:off x="6461325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4" name="Google Shape;1464;p49"/>
          <p:cNvSpPr/>
          <p:nvPr/>
        </p:nvSpPr>
        <p:spPr>
          <a:xfrm>
            <a:off x="6461325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5" name="Google Shape;1465;p49"/>
          <p:cNvSpPr/>
          <p:nvPr/>
        </p:nvSpPr>
        <p:spPr>
          <a:xfrm>
            <a:off x="6461325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6" name="Google Shape;1466;p49"/>
          <p:cNvSpPr/>
          <p:nvPr/>
        </p:nvSpPr>
        <p:spPr>
          <a:xfrm>
            <a:off x="6461325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7" name="Google Shape;1467;p49"/>
          <p:cNvSpPr/>
          <p:nvPr/>
        </p:nvSpPr>
        <p:spPr>
          <a:xfrm>
            <a:off x="6461325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8" name="Google Shape;1468;p49"/>
          <p:cNvSpPr/>
          <p:nvPr/>
        </p:nvSpPr>
        <p:spPr>
          <a:xfrm>
            <a:off x="6461325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9" name="Google Shape;1469;p49"/>
          <p:cNvSpPr/>
          <p:nvPr/>
        </p:nvSpPr>
        <p:spPr>
          <a:xfrm>
            <a:off x="7157800" y="43187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0" name="Google Shape;1470;p49"/>
          <p:cNvSpPr/>
          <p:nvPr/>
        </p:nvSpPr>
        <p:spPr>
          <a:xfrm>
            <a:off x="7157800" y="44273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1" name="Google Shape;1471;p49"/>
          <p:cNvSpPr/>
          <p:nvPr/>
        </p:nvSpPr>
        <p:spPr>
          <a:xfrm>
            <a:off x="7157800" y="45359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2" name="Google Shape;1472;p49"/>
          <p:cNvSpPr/>
          <p:nvPr/>
        </p:nvSpPr>
        <p:spPr>
          <a:xfrm>
            <a:off x="7157800" y="46445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3" name="Google Shape;1473;p49"/>
          <p:cNvSpPr/>
          <p:nvPr/>
        </p:nvSpPr>
        <p:spPr>
          <a:xfrm>
            <a:off x="7157800" y="47530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4" name="Google Shape;1474;p49"/>
          <p:cNvSpPr/>
          <p:nvPr/>
        </p:nvSpPr>
        <p:spPr>
          <a:xfrm>
            <a:off x="7157800" y="48616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5" name="Google Shape;1475;p49"/>
          <p:cNvSpPr/>
          <p:nvPr/>
        </p:nvSpPr>
        <p:spPr>
          <a:xfrm>
            <a:off x="7157800" y="497023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6" name="Google Shape;1476;p49"/>
          <p:cNvSpPr/>
          <p:nvPr/>
        </p:nvSpPr>
        <p:spPr>
          <a:xfrm>
            <a:off x="7157800" y="507881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7" name="Google Shape;1477;p49"/>
          <p:cNvSpPr/>
          <p:nvPr/>
        </p:nvSpPr>
        <p:spPr>
          <a:xfrm>
            <a:off x="7157800" y="5187389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8" name="Google Shape;1478;p49"/>
          <p:cNvSpPr/>
          <p:nvPr/>
        </p:nvSpPr>
        <p:spPr>
          <a:xfrm>
            <a:off x="7157800" y="5295964"/>
            <a:ext cx="574500" cy="38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9" name="Google Shape;1479;p49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480" name="Google Shape;1480;p49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481" name="Google Shape;1481;p49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482" name="Google Shape;1482;p49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8566" y="616457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hree column">
  <p:cSld name="CUSTOM_4_9">
    <p:spTree>
      <p:nvGrpSpPr>
        <p:cNvPr id="1483" name="Shape 1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4" name="Google Shape;1484;p5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85" name="Google Shape;1485;p5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6" name="Google Shape;1486;p5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87" name="Google Shape;1487;p50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488" name="Google Shape;1488;p50"/>
          <p:cNvCxnSpPr/>
          <p:nvPr/>
        </p:nvCxnSpPr>
        <p:spPr>
          <a:xfrm>
            <a:off x="430760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489" name="Google Shape;1489;p50"/>
          <p:cNvCxnSpPr/>
          <p:nvPr/>
        </p:nvCxnSpPr>
        <p:spPr>
          <a:xfrm>
            <a:off x="7890550" y="2776950"/>
            <a:ext cx="0" cy="2302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490" name="Google Shape;1490;p50"/>
          <p:cNvSpPr txBox="1"/>
          <p:nvPr>
            <p:ph idx="2" type="subTitle"/>
          </p:nvPr>
        </p:nvSpPr>
        <p:spPr>
          <a:xfrm>
            <a:off x="11409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491" name="Google Shape;1491;p50"/>
          <p:cNvSpPr txBox="1"/>
          <p:nvPr>
            <p:ph idx="3" type="subTitle"/>
          </p:nvPr>
        </p:nvSpPr>
        <p:spPr>
          <a:xfrm>
            <a:off x="11409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92" name="Google Shape;1492;p50"/>
          <p:cNvSpPr txBox="1"/>
          <p:nvPr>
            <p:ph idx="4" type="subTitle"/>
          </p:nvPr>
        </p:nvSpPr>
        <p:spPr>
          <a:xfrm>
            <a:off x="472387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93" name="Google Shape;1493;p50"/>
          <p:cNvSpPr txBox="1"/>
          <p:nvPr>
            <p:ph idx="5" type="subTitle"/>
          </p:nvPr>
        </p:nvSpPr>
        <p:spPr>
          <a:xfrm>
            <a:off x="8306825" y="2813710"/>
            <a:ext cx="2750400" cy="15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494" name="Google Shape;1494;p50"/>
          <p:cNvSpPr txBox="1"/>
          <p:nvPr>
            <p:ph idx="6" type="subTitle"/>
          </p:nvPr>
        </p:nvSpPr>
        <p:spPr>
          <a:xfrm>
            <a:off x="4720800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495" name="Google Shape;1495;p50"/>
          <p:cNvSpPr txBox="1"/>
          <p:nvPr>
            <p:ph idx="7" type="subTitle"/>
          </p:nvPr>
        </p:nvSpPr>
        <p:spPr>
          <a:xfrm>
            <a:off x="8306825" y="4681050"/>
            <a:ext cx="27504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pic>
        <p:nvPicPr>
          <p:cNvPr id="1496" name="Google Shape;1496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44805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7" name="Google Shape;1497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27759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8" name="Google Shape;1498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10712" y="2217196"/>
            <a:ext cx="553219" cy="553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9" name="Google Shape;1499;p50"/>
          <p:cNvSpPr txBox="1"/>
          <p:nvPr>
            <p:ph idx="8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00" name="Google Shape;1500;p50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01" name="Google Shape;1501;p50"/>
          <p:cNvSpPr txBox="1"/>
          <p:nvPr>
            <p:ph idx="9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02" name="Google Shape;1502;p50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019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two column">
  <p:cSld name="CUSTOM_4_8">
    <p:spTree>
      <p:nvGrpSpPr>
        <p:cNvPr id="1503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4" name="Google Shape;1504;p51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5" name="Google Shape;1505;p51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6" name="Google Shape;1506;p51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07" name="Google Shape;1507;p51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508" name="Google Shape;1508;p51"/>
          <p:cNvCxnSpPr/>
          <p:nvPr/>
        </p:nvCxnSpPr>
        <p:spPr>
          <a:xfrm>
            <a:off x="6098909" y="2796200"/>
            <a:ext cx="0" cy="292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509" name="Google Shape;1509;p51"/>
          <p:cNvSpPr txBox="1"/>
          <p:nvPr>
            <p:ph idx="2" type="subTitle"/>
          </p:nvPr>
        </p:nvSpPr>
        <p:spPr>
          <a:xfrm>
            <a:off x="13431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510" name="Google Shape;1510;p51"/>
          <p:cNvSpPr txBox="1"/>
          <p:nvPr>
            <p:ph idx="3" type="subTitle"/>
          </p:nvPr>
        </p:nvSpPr>
        <p:spPr>
          <a:xfrm>
            <a:off x="13431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511" name="Google Shape;1511;p51"/>
          <p:cNvSpPr txBox="1"/>
          <p:nvPr>
            <p:ph idx="4" type="subTitle"/>
          </p:nvPr>
        </p:nvSpPr>
        <p:spPr>
          <a:xfrm>
            <a:off x="6529325" y="5036725"/>
            <a:ext cx="43980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9pPr>
          </a:lstStyle>
          <a:p/>
        </p:txBody>
      </p:sp>
      <p:sp>
        <p:nvSpPr>
          <p:cNvPr id="1512" name="Google Shape;1512;p51"/>
          <p:cNvSpPr txBox="1"/>
          <p:nvPr>
            <p:ph idx="5" type="subTitle"/>
          </p:nvPr>
        </p:nvSpPr>
        <p:spPr>
          <a:xfrm>
            <a:off x="6529325" y="2848100"/>
            <a:ext cx="4398000" cy="18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13" name="Google Shape;1513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270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4" name="Google Shape;1514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13282" y="2044890"/>
            <a:ext cx="731700" cy="731684"/>
          </a:xfrm>
          <a:prstGeom prst="rect">
            <a:avLst/>
          </a:prstGeom>
          <a:noFill/>
          <a:ln>
            <a:noFill/>
          </a:ln>
        </p:spPr>
      </p:pic>
      <p:sp>
        <p:nvSpPr>
          <p:cNvPr id="1515" name="Google Shape;1515;p51"/>
          <p:cNvSpPr txBox="1"/>
          <p:nvPr>
            <p:ph idx="6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16" name="Google Shape;1516;p51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17" name="Google Shape;1517;p51"/>
          <p:cNvSpPr txBox="1"/>
          <p:nvPr>
            <p:ph idx="7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18" name="Google Shape;1518;p51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quote large">
  <p:cSld name="CUSTOM_4_7">
    <p:spTree>
      <p:nvGrpSpPr>
        <p:cNvPr id="1519" name="Shape 1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Google Shape;1520;p52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521" name="Google Shape;1521;p52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2" name="Google Shape;1522;p52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23" name="Google Shape;1523;p52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4" name="Google Shape;1524;p52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25" name="Google Shape;1525;p52"/>
          <p:cNvSpPr txBox="1"/>
          <p:nvPr>
            <p:ph type="title"/>
          </p:nvPr>
        </p:nvSpPr>
        <p:spPr>
          <a:xfrm>
            <a:off x="4465550" y="1455375"/>
            <a:ext cx="672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26" name="Google Shape;1526;p52"/>
          <p:cNvSpPr txBox="1"/>
          <p:nvPr>
            <p:ph idx="3" type="subTitle"/>
          </p:nvPr>
        </p:nvSpPr>
        <p:spPr>
          <a:xfrm>
            <a:off x="4465600" y="5036725"/>
            <a:ext cx="40977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9pPr>
          </a:lstStyle>
          <a:p/>
        </p:txBody>
      </p:sp>
      <p:pic>
        <p:nvPicPr>
          <p:cNvPr id="1527" name="Google Shape;1527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19450" y="1298452"/>
            <a:ext cx="731700" cy="731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8" name="Google Shape;1528;p52" title="Logo-Red_Hat-Intel-A-Standard-RG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8616" y="6177738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wo by two">
  <p:cSld name="CUSTOM_4_6">
    <p:spTree>
      <p:nvGrpSpPr>
        <p:cNvPr id="1529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0" name="Google Shape;1530;p53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1" name="Google Shape;1531;p53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p53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33" name="Google Shape;1533;p53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34" name="Google Shape;1534;p53"/>
          <p:cNvSpPr txBox="1"/>
          <p:nvPr>
            <p:ph idx="2" type="subTitle"/>
          </p:nvPr>
        </p:nvSpPr>
        <p:spPr>
          <a:xfrm>
            <a:off x="6855088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35" name="Google Shape;1535;p53"/>
          <p:cNvSpPr txBox="1"/>
          <p:nvPr>
            <p:ph idx="3" type="subTitle"/>
          </p:nvPr>
        </p:nvSpPr>
        <p:spPr>
          <a:xfrm>
            <a:off x="6855081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36" name="Google Shape;1536;p53"/>
          <p:cNvSpPr txBox="1"/>
          <p:nvPr>
            <p:ph idx="4" type="subTitle"/>
          </p:nvPr>
        </p:nvSpPr>
        <p:spPr>
          <a:xfrm>
            <a:off x="6855088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37" name="Google Shape;1537;p53"/>
          <p:cNvSpPr txBox="1"/>
          <p:nvPr>
            <p:ph idx="5" type="subTitle"/>
          </p:nvPr>
        </p:nvSpPr>
        <p:spPr>
          <a:xfrm>
            <a:off x="6855081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38" name="Google Shape;1538;p53"/>
          <p:cNvSpPr txBox="1"/>
          <p:nvPr>
            <p:ph idx="6" type="subTitle"/>
          </p:nvPr>
        </p:nvSpPr>
        <p:spPr>
          <a:xfrm>
            <a:off x="2084625" y="2788100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39" name="Google Shape;1539;p53"/>
          <p:cNvSpPr txBox="1"/>
          <p:nvPr>
            <p:ph idx="7" type="subTitle"/>
          </p:nvPr>
        </p:nvSpPr>
        <p:spPr>
          <a:xfrm>
            <a:off x="2084600" y="2352950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40" name="Google Shape;1540;p53"/>
          <p:cNvSpPr txBox="1"/>
          <p:nvPr>
            <p:ph idx="8" type="subTitle"/>
          </p:nvPr>
        </p:nvSpPr>
        <p:spPr>
          <a:xfrm>
            <a:off x="2084625" y="4434375"/>
            <a:ext cx="35121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41" name="Google Shape;1541;p53"/>
          <p:cNvSpPr txBox="1"/>
          <p:nvPr>
            <p:ph idx="9" type="subTitle"/>
          </p:nvPr>
        </p:nvSpPr>
        <p:spPr>
          <a:xfrm>
            <a:off x="2084600" y="3999225"/>
            <a:ext cx="35121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42" name="Google Shape;1542;p53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43" name="Google Shape;1543;p53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44" name="Google Shape;1544;p53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45" name="Google Shape;1545;p53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four column">
  <p:cSld name="CUSTOM_4_5">
    <p:spTree>
      <p:nvGrpSpPr>
        <p:cNvPr id="1546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47" name="Google Shape;1547;p54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48" name="Google Shape;1548;p54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9" name="Google Shape;1549;p54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50" name="Google Shape;1550;p54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cxnSp>
        <p:nvCxnSpPr>
          <p:cNvPr id="1551" name="Google Shape;1551;p54"/>
          <p:cNvCxnSpPr/>
          <p:nvPr/>
        </p:nvCxnSpPr>
        <p:spPr>
          <a:xfrm>
            <a:off x="3416583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552" name="Google Shape;1552;p54"/>
          <p:cNvCxnSpPr/>
          <p:nvPr/>
        </p:nvCxnSpPr>
        <p:spPr>
          <a:xfrm>
            <a:off x="6096100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553" name="Google Shape;1553;p54"/>
          <p:cNvCxnSpPr/>
          <p:nvPr/>
        </p:nvCxnSpPr>
        <p:spPr>
          <a:xfrm>
            <a:off x="8775617" y="3678000"/>
            <a:ext cx="0" cy="1527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554" name="Google Shape;1554;p54"/>
          <p:cNvSpPr txBox="1"/>
          <p:nvPr>
            <p:ph idx="2" type="subTitle"/>
          </p:nvPr>
        </p:nvSpPr>
        <p:spPr>
          <a:xfrm>
            <a:off x="88507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55" name="Google Shape;1555;p54"/>
          <p:cNvSpPr txBox="1"/>
          <p:nvPr>
            <p:ph idx="3" type="subTitle"/>
          </p:nvPr>
        </p:nvSpPr>
        <p:spPr>
          <a:xfrm>
            <a:off x="88505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56" name="Google Shape;1556;p54"/>
          <p:cNvSpPr txBox="1"/>
          <p:nvPr>
            <p:ph idx="4" type="subTitle"/>
          </p:nvPr>
        </p:nvSpPr>
        <p:spPr>
          <a:xfrm>
            <a:off x="8923625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57" name="Google Shape;1557;p54"/>
          <p:cNvSpPr txBox="1"/>
          <p:nvPr>
            <p:ph idx="5" type="subTitle"/>
          </p:nvPr>
        </p:nvSpPr>
        <p:spPr>
          <a:xfrm>
            <a:off x="8923600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58" name="Google Shape;1558;p54"/>
          <p:cNvSpPr txBox="1"/>
          <p:nvPr>
            <p:ph idx="6" type="subTitle"/>
          </p:nvPr>
        </p:nvSpPr>
        <p:spPr>
          <a:xfrm>
            <a:off x="6244108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59" name="Google Shape;1559;p54"/>
          <p:cNvSpPr txBox="1"/>
          <p:nvPr>
            <p:ph idx="7" type="subTitle"/>
          </p:nvPr>
        </p:nvSpPr>
        <p:spPr>
          <a:xfrm>
            <a:off x="6244083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60" name="Google Shape;1560;p54"/>
          <p:cNvSpPr txBox="1"/>
          <p:nvPr>
            <p:ph idx="8" type="subTitle"/>
          </p:nvPr>
        </p:nvSpPr>
        <p:spPr>
          <a:xfrm>
            <a:off x="3564592" y="4059500"/>
            <a:ext cx="2383500" cy="1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61" name="Google Shape;1561;p54"/>
          <p:cNvSpPr txBox="1"/>
          <p:nvPr>
            <p:ph idx="9" type="subTitle"/>
          </p:nvPr>
        </p:nvSpPr>
        <p:spPr>
          <a:xfrm>
            <a:off x="3564567" y="3624350"/>
            <a:ext cx="23835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62" name="Google Shape;1562;p54"/>
          <p:cNvSpPr txBox="1"/>
          <p:nvPr>
            <p:ph idx="1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63" name="Google Shape;1563;p54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64" name="Google Shape;1564;p54"/>
          <p:cNvSpPr txBox="1"/>
          <p:nvPr>
            <p:ph idx="1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65" name="Google Shape;1565;p54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title left">
  <p:cSld name="CUSTOM_4_4">
    <p:spTree>
      <p:nvGrpSpPr>
        <p:cNvPr id="1566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55"/>
          <p:cNvSpPr txBox="1"/>
          <p:nvPr>
            <p:ph idx="1" type="subTitle"/>
          </p:nvPr>
        </p:nvSpPr>
        <p:spPr>
          <a:xfrm>
            <a:off x="885050" y="3358700"/>
            <a:ext cx="32919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5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68" name="Google Shape;1568;p55"/>
          <p:cNvSpPr txBox="1"/>
          <p:nvPr>
            <p:ph type="title"/>
          </p:nvPr>
        </p:nvSpPr>
        <p:spPr>
          <a:xfrm>
            <a:off x="885050" y="1240700"/>
            <a:ext cx="4114800" cy="19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1pPr>
            <a:lvl2pPr lvl="1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2pPr>
            <a:lvl3pPr lvl="2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3pPr>
            <a:lvl4pPr lvl="3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4pPr>
            <a:lvl5pPr lvl="4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5pPr>
            <a:lvl6pPr lvl="5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6pPr>
            <a:lvl7pPr lvl="6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7pPr>
            <a:lvl8pPr lvl="7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8pPr>
            <a:lvl9pPr lvl="8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400"/>
            </a:lvl9pPr>
          </a:lstStyle>
          <a:p/>
        </p:txBody>
      </p:sp>
      <p:sp>
        <p:nvSpPr>
          <p:cNvPr id="1569" name="Google Shape;1569;p55"/>
          <p:cNvSpPr txBox="1"/>
          <p:nvPr>
            <p:ph idx="2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cxnSp>
        <p:nvCxnSpPr>
          <p:cNvPr id="1570" name="Google Shape;1570;p55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71" name="Google Shape;1571;p55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72" name="Google Shape;1572;p55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73" name="Google Shape;1573;p55"/>
          <p:cNvSpPr txBox="1"/>
          <p:nvPr>
            <p:ph idx="3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74" name="Google Shape;1574;p55"/>
          <p:cNvSpPr txBox="1"/>
          <p:nvPr>
            <p:ph idx="4" type="subTitle"/>
          </p:nvPr>
        </p:nvSpPr>
        <p:spPr>
          <a:xfrm>
            <a:off x="6857350" y="164405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75" name="Google Shape;1575;p55"/>
          <p:cNvSpPr txBox="1"/>
          <p:nvPr>
            <p:ph idx="5" type="subTitle"/>
          </p:nvPr>
        </p:nvSpPr>
        <p:spPr>
          <a:xfrm>
            <a:off x="6857350" y="124070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76" name="Google Shape;1576;p55"/>
          <p:cNvSpPr txBox="1"/>
          <p:nvPr>
            <p:ph idx="6" type="subTitle"/>
          </p:nvPr>
        </p:nvSpPr>
        <p:spPr>
          <a:xfrm>
            <a:off x="6857350" y="3164125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77" name="Google Shape;1577;p55"/>
          <p:cNvSpPr txBox="1"/>
          <p:nvPr>
            <p:ph idx="7" type="subTitle"/>
          </p:nvPr>
        </p:nvSpPr>
        <p:spPr>
          <a:xfrm>
            <a:off x="6857350" y="2760775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78" name="Google Shape;1578;p55"/>
          <p:cNvSpPr txBox="1"/>
          <p:nvPr>
            <p:ph idx="8" type="subTitle"/>
          </p:nvPr>
        </p:nvSpPr>
        <p:spPr>
          <a:xfrm>
            <a:off x="6857350" y="4684200"/>
            <a:ext cx="4660800" cy="8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400"/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400"/>
            </a:lvl9pPr>
          </a:lstStyle>
          <a:p/>
        </p:txBody>
      </p:sp>
      <p:sp>
        <p:nvSpPr>
          <p:cNvPr id="1579" name="Google Shape;1579;p55"/>
          <p:cNvSpPr txBox="1"/>
          <p:nvPr>
            <p:ph idx="9" type="subTitle"/>
          </p:nvPr>
        </p:nvSpPr>
        <p:spPr>
          <a:xfrm>
            <a:off x="6857350" y="4280850"/>
            <a:ext cx="466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pic>
        <p:nvPicPr>
          <p:cNvPr id="1580" name="Google Shape;1580;p55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28641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image left">
  <p:cSld name="CUSTOM_4_2">
    <p:spTree>
      <p:nvGrpSpPr>
        <p:cNvPr id="1581" name="Shape 1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82" name="Google Shape;1582;p56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83" name="Google Shape;1583;p56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4" name="Google Shape;1584;p56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85" name="Google Shape;1585;p56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86" name="Google Shape;1586;p56"/>
          <p:cNvSpPr txBox="1"/>
          <p:nvPr>
            <p:ph idx="2" type="subTitle"/>
          </p:nvPr>
        </p:nvSpPr>
        <p:spPr>
          <a:xfrm>
            <a:off x="5662075" y="2539250"/>
            <a:ext cx="5486400" cy="31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2pPr>
            <a:lvl3pPr lvl="2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3pPr>
            <a:lvl4pPr lvl="3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4pPr>
            <a:lvl5pPr lvl="4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5pPr>
            <a:lvl6pPr lvl="5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6pPr>
            <a:lvl7pPr lvl="6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7pPr>
            <a:lvl8pPr lvl="7" algn="l">
              <a:lnSpc>
                <a:spcPct val="113000"/>
              </a:lnSpc>
              <a:spcBef>
                <a:spcPts val="2000"/>
              </a:spcBef>
              <a:spcAft>
                <a:spcPts val="0"/>
              </a:spcAft>
              <a:buSzPts val="1800"/>
              <a:buNone/>
              <a:defRPr/>
            </a:lvl8pPr>
            <a:lvl9pPr lvl="8" algn="l">
              <a:lnSpc>
                <a:spcPct val="113000"/>
              </a:lnSpc>
              <a:spcBef>
                <a:spcPts val="2000"/>
              </a:spcBef>
              <a:spcAft>
                <a:spcPts val="2000"/>
              </a:spcAft>
              <a:buSzPts val="1800"/>
              <a:buNone/>
              <a:defRPr/>
            </a:lvl9pPr>
          </a:lstStyle>
          <a:p/>
        </p:txBody>
      </p:sp>
      <p:sp>
        <p:nvSpPr>
          <p:cNvPr id="1587" name="Google Shape;1587;p56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88" name="Google Shape;1588;p56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89" name="Google Shape;1589;p56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590" name="Google Shape;1590;p56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191" y="6093413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 alt1">
  <p:cSld name="CUSTOM_4_2_2">
    <p:spTree>
      <p:nvGrpSpPr>
        <p:cNvPr id="1591" name="Shape 1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92" name="Google Shape;1592;p57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93" name="Google Shape;1593;p57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4" name="Google Shape;1594;p57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95" name="Google Shape;1595;p57"/>
          <p:cNvSpPr txBox="1"/>
          <p:nvPr>
            <p:ph idx="1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596" name="Google Shape;1596;p57"/>
          <p:cNvSpPr txBox="1"/>
          <p:nvPr>
            <p:ph idx="2" type="subTitle"/>
          </p:nvPr>
        </p:nvSpPr>
        <p:spPr>
          <a:xfrm>
            <a:off x="2087850" y="2416425"/>
            <a:ext cx="8044800" cy="13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2pPr>
            <a:lvl3pPr lvl="2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3pPr>
            <a:lvl4pPr lvl="3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4pPr>
            <a:lvl5pPr lvl="4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5pPr>
            <a:lvl6pPr lvl="5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6pPr>
            <a:lvl7pPr lvl="6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7pPr>
            <a:lvl8pPr lvl="7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>
                <a:solidFill>
                  <a:schemeClr val="accent1"/>
                </a:solidFill>
              </a:defRPr>
            </a:lvl8pPr>
            <a:lvl9pPr lvl="8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97" name="Google Shape;1597;p57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9pPr>
          </a:lstStyle>
          <a:p/>
        </p:txBody>
      </p:sp>
      <p:sp>
        <p:nvSpPr>
          <p:cNvPr id="1598" name="Google Shape;1598;p57"/>
          <p:cNvSpPr txBox="1"/>
          <p:nvPr>
            <p:ph type="title"/>
          </p:nvPr>
        </p:nvSpPr>
        <p:spPr>
          <a:xfrm>
            <a:off x="885050" y="1100350"/>
            <a:ext cx="10422000" cy="55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/>
            </a:lvl9pPr>
          </a:lstStyle>
          <a:p/>
        </p:txBody>
      </p:sp>
      <p:sp>
        <p:nvSpPr>
          <p:cNvPr id="1599" name="Google Shape;1599;p57"/>
          <p:cNvSpPr txBox="1"/>
          <p:nvPr>
            <p:ph idx="4" type="subTitle"/>
          </p:nvPr>
        </p:nvSpPr>
        <p:spPr>
          <a:xfrm>
            <a:off x="885125" y="1653550"/>
            <a:ext cx="10422000" cy="2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1pPr>
            <a:lvl2pPr lvl="1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2pPr>
            <a:lvl3pPr lvl="2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3pPr>
            <a:lvl4pPr lvl="3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4pPr>
            <a:lvl5pPr lvl="4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5pPr>
            <a:lvl6pPr lvl="5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6pPr>
            <a:lvl7pPr lvl="6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7pPr>
            <a:lvl8pPr lvl="7" algn="ctr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8pPr>
            <a:lvl9pPr lvl="8" algn="ctr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SzPts val="1800"/>
              <a:buNone/>
              <a:defRPr sz="1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600" name="Google Shape;1600;p57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4391" y="6121870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large text">
  <p:cSld name="CUSTOM_4_2_1"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p58"/>
          <p:cNvSpPr txBox="1"/>
          <p:nvPr>
            <p:ph type="title"/>
          </p:nvPr>
        </p:nvSpPr>
        <p:spPr>
          <a:xfrm>
            <a:off x="3280375" y="1653075"/>
            <a:ext cx="7431000" cy="393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800">
                <a:solidFill>
                  <a:schemeClr val="accen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2600">
                <a:solidFill>
                  <a:schemeClr val="accent1"/>
                </a:solidFill>
                <a:latin typeface="Red Hat Text"/>
                <a:ea typeface="Red Hat Text"/>
                <a:cs typeface="Red Hat Text"/>
                <a:sym typeface="Red Hat Text"/>
              </a:defRPr>
            </a:lvl9pPr>
          </a:lstStyle>
          <a:p/>
        </p:txBody>
      </p:sp>
      <p:sp>
        <p:nvSpPr>
          <p:cNvPr id="1603" name="Google Shape;1603;p58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Red Hat Text Medium"/>
              <a:buNone/>
              <a:defRPr sz="1000">
                <a:solidFill>
                  <a:schemeClr val="accen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604" name="Google Shape;1604;p58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05" name="Google Shape;1605;p58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6" name="Google Shape;1606;p58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07" name="Google Shape;1607;p58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608" name="Google Shape;1608;p58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3666" y="6169551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agenda dark">
  <p:cSld name="CUSTOM_4_1">
    <p:bg>
      <p:bgPr>
        <a:solidFill>
          <a:srgbClr val="292929"/>
        </a:solidFill>
      </p:bgPr>
    </p:bg>
    <p:spTree>
      <p:nvGrpSpPr>
        <p:cNvPr id="1609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p59"/>
          <p:cNvSpPr txBox="1"/>
          <p:nvPr>
            <p:ph idx="1" type="body"/>
          </p:nvPr>
        </p:nvSpPr>
        <p:spPr>
          <a:xfrm>
            <a:off x="86699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611" name="Google Shape;1611;p59"/>
          <p:cNvSpPr txBox="1"/>
          <p:nvPr>
            <p:ph idx="2" type="body"/>
          </p:nvPr>
        </p:nvSpPr>
        <p:spPr>
          <a:xfrm>
            <a:off x="5708700" y="1849475"/>
            <a:ext cx="21318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▸"/>
              <a:defRPr>
                <a:solidFill>
                  <a:srgbClr val="FFFFFF"/>
                </a:solidFill>
              </a:defRPr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Clr>
                <a:srgbClr val="FFFFFF"/>
              </a:buClr>
              <a:buSzPts val="1800"/>
              <a:buChar char="･"/>
              <a:defRPr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612" name="Google Shape;1612;p59"/>
          <p:cNvSpPr txBox="1"/>
          <p:nvPr>
            <p:ph type="title"/>
          </p:nvPr>
        </p:nvSpPr>
        <p:spPr>
          <a:xfrm>
            <a:off x="900275" y="1736433"/>
            <a:ext cx="3885900" cy="269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cxnSp>
        <p:nvCxnSpPr>
          <p:cNvPr id="1613" name="Google Shape;1613;p59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14" name="Google Shape;1614;p59"/>
          <p:cNvSpPr txBox="1"/>
          <p:nvPr>
            <p:ph idx="3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Display Medium"/>
              <a:buNone/>
              <a:defRPr sz="1000">
                <a:solidFill>
                  <a:schemeClr val="l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Red Hat Text Medium"/>
              <a:buNone/>
              <a:defRPr sz="1000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615" name="Google Shape;1615;p59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16" name="Google Shape;1616;p59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lt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17" name="Google Shape;1617;p59"/>
          <p:cNvSpPr txBox="1"/>
          <p:nvPr>
            <p:ph idx="4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618" name="Google Shape;1618;p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455875" y="6243950"/>
            <a:ext cx="393800" cy="2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erior overview">
  <p:cSld name="CUSTOM_4_1_1_1">
    <p:bg>
      <p:bgPr>
        <a:solidFill>
          <a:schemeClr val="lt1"/>
        </a:solidFill>
      </p:bgPr>
    </p:bg>
    <p:spTree>
      <p:nvGrpSpPr>
        <p:cNvPr id="1619" name="Shape 1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20" name="Google Shape;1620;p60"/>
          <p:cNvCxnSpPr/>
          <p:nvPr/>
        </p:nvCxnSpPr>
        <p:spPr>
          <a:xfrm rot="10800000">
            <a:off x="447775" y="100"/>
            <a:ext cx="0" cy="8865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1" name="Google Shape;1621;p60"/>
          <p:cNvSpPr txBox="1"/>
          <p:nvPr>
            <p:ph idx="1" type="subTitle"/>
          </p:nvPr>
        </p:nvSpPr>
        <p:spPr>
          <a:xfrm>
            <a:off x="447775" y="55441"/>
            <a:ext cx="5148900" cy="81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38900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Red Hat Display Medium"/>
              <a:buNone/>
              <a:defRPr sz="1000">
                <a:solidFill>
                  <a:schemeClr val="accent1"/>
                </a:solidFill>
                <a:latin typeface="Red Hat Display Medium"/>
                <a:ea typeface="Red Hat Display Medium"/>
                <a:cs typeface="Red Hat Display Medium"/>
                <a:sym typeface="Red Hat Display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Font typeface="Red Hat Text Medium"/>
              <a:buNone/>
              <a:defRPr sz="1000">
                <a:solidFill>
                  <a:srgbClr val="141414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/>
        </p:txBody>
      </p:sp>
      <p:cxnSp>
        <p:nvCxnSpPr>
          <p:cNvPr id="1622" name="Google Shape;1622;p60"/>
          <p:cNvCxnSpPr/>
          <p:nvPr/>
        </p:nvCxnSpPr>
        <p:spPr>
          <a:xfrm rot="10800000">
            <a:off x="447767" y="6401400"/>
            <a:ext cx="0" cy="456600"/>
          </a:xfrm>
          <a:prstGeom prst="straightConnector1">
            <a:avLst/>
          </a:prstGeom>
          <a:noFill/>
          <a:ln cap="flat" cmpd="sng" w="9525">
            <a:solidFill>
              <a:srgbClr val="EE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p60"/>
          <p:cNvSpPr txBox="1"/>
          <p:nvPr>
            <p:ph idx="12" type="sldNum"/>
          </p:nvPr>
        </p:nvSpPr>
        <p:spPr>
          <a:xfrm>
            <a:off x="81975" y="6169556"/>
            <a:ext cx="731700" cy="143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Red Hat Text Medium"/>
                <a:ea typeface="Red Hat Text Medium"/>
                <a:cs typeface="Red Hat Text Medium"/>
                <a:sym typeface="Red Hat Text Medium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24" name="Google Shape;1624;p60"/>
          <p:cNvSpPr txBox="1"/>
          <p:nvPr>
            <p:ph idx="2" type="subTitle"/>
          </p:nvPr>
        </p:nvSpPr>
        <p:spPr>
          <a:xfrm>
            <a:off x="885050" y="6169550"/>
            <a:ext cx="8002500" cy="55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25" name="Google Shape;1625;p60"/>
          <p:cNvSpPr txBox="1"/>
          <p:nvPr>
            <p:ph idx="3" type="body"/>
          </p:nvPr>
        </p:nvSpPr>
        <p:spPr>
          <a:xfrm>
            <a:off x="900275" y="3109300"/>
            <a:ext cx="50439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400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▸"/>
              <a:defRPr/>
            </a:lvl1pPr>
            <a:lvl2pPr indent="-342900" lvl="1" marL="914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2pPr>
            <a:lvl3pPr indent="-342900" lvl="2" marL="1371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3pPr>
            <a:lvl4pPr indent="-342900" lvl="3" marL="18288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4pPr>
            <a:lvl5pPr indent="-342900" lvl="4" marL="22860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5pPr>
            <a:lvl6pPr indent="-342900" lvl="5" marL="27432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6pPr>
            <a:lvl7pPr indent="-342900" lvl="6" marL="32004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7pPr>
            <a:lvl8pPr indent="-342900" lvl="7" marL="365760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SzPts val="1800"/>
              <a:buChar char="･"/>
              <a:defRPr/>
            </a:lvl8pPr>
            <a:lvl9pPr indent="-342900" lvl="8" marL="4114800" algn="l">
              <a:lnSpc>
                <a:spcPct val="115000"/>
              </a:lnSpc>
              <a:spcBef>
                <a:spcPts val="2000"/>
              </a:spcBef>
              <a:spcAft>
                <a:spcPts val="2000"/>
              </a:spcAft>
              <a:buSzPts val="1800"/>
              <a:buChar char="･"/>
              <a:defRPr/>
            </a:lvl9pPr>
          </a:lstStyle>
          <a:p/>
        </p:txBody>
      </p:sp>
      <p:sp>
        <p:nvSpPr>
          <p:cNvPr id="1626" name="Google Shape;1626;p60"/>
          <p:cNvSpPr txBox="1"/>
          <p:nvPr>
            <p:ph type="title"/>
          </p:nvPr>
        </p:nvSpPr>
        <p:spPr>
          <a:xfrm>
            <a:off x="900275" y="1190987"/>
            <a:ext cx="3885900" cy="14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9pPr>
          </a:lstStyle>
          <a:p/>
        </p:txBody>
      </p:sp>
      <p:pic>
        <p:nvPicPr>
          <p:cNvPr id="1627" name="Google Shape;1627;p60" title="Logo-Red_Hat-Intel-A-Standard-RGB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741" y="6234626"/>
            <a:ext cx="2149350" cy="29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1.xml"/><Relationship Id="rId8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8.xml"/><Relationship Id="rId15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2.xml"/><Relationship Id="rId19" Type="http://schemas.openxmlformats.org/officeDocument/2006/relationships/slideLayout" Target="../slideLayouts/slideLayout73.xml"/><Relationship Id="rId20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5.xml"/><Relationship Id="rId22" Type="http://schemas.openxmlformats.org/officeDocument/2006/relationships/slideLayout" Target="../slideLayouts/slideLayout76.xml"/><Relationship Id="rId23" Type="http://schemas.openxmlformats.org/officeDocument/2006/relationships/slideLayout" Target="../slideLayouts/slideLayout77.xml"/><Relationship Id="rId24" Type="http://schemas.openxmlformats.org/officeDocument/2006/relationships/slideLayout" Target="../slideLayouts/slideLayout78.xml"/><Relationship Id="rId25" Type="http://schemas.openxmlformats.org/officeDocument/2006/relationships/slideLayout" Target="../slideLayouts/slideLayout79.xml"/><Relationship Id="rId26" Type="http://schemas.openxmlformats.org/officeDocument/2006/relationships/slideLayout" Target="../slideLayouts/slideLayout80.xml"/><Relationship Id="rId27" Type="http://schemas.openxmlformats.org/officeDocument/2006/relationships/slideLayout" Target="../slideLayouts/slideLayout81.xml"/><Relationship Id="rId28" Type="http://schemas.openxmlformats.org/officeDocument/2006/relationships/slideLayout" Target="../slideLayouts/slideLayout82.xml"/><Relationship Id="rId29" Type="http://schemas.openxmlformats.org/officeDocument/2006/relationships/slideLayout" Target="../slideLayouts/slideLayout83.xml"/><Relationship Id="rId30" Type="http://schemas.openxmlformats.org/officeDocument/2006/relationships/slideLayout" Target="../slideLayouts/slideLayout84.xml"/><Relationship Id="rId31" Type="http://schemas.openxmlformats.org/officeDocument/2006/relationships/slideLayout" Target="../slideLayouts/slideLayout85.xml"/><Relationship Id="rId32" Type="http://schemas.openxmlformats.org/officeDocument/2006/relationships/slideLayout" Target="../slideLayouts/slideLayout86.xml"/><Relationship Id="rId33" Type="http://schemas.openxmlformats.org/officeDocument/2006/relationships/slideLayout" Target="../slideLayouts/slideLayout87.xml"/><Relationship Id="rId34" Type="http://schemas.openxmlformats.org/officeDocument/2006/relationships/slideLayout" Target="../slideLayouts/slideLayout88.xml"/><Relationship Id="rId35" Type="http://schemas.openxmlformats.org/officeDocument/2006/relationships/slideLayout" Target="../slideLayouts/slideLayout89.xml"/><Relationship Id="rId36" Type="http://schemas.openxmlformats.org/officeDocument/2006/relationships/slideLayout" Target="../slideLayouts/slideLayout90.xml"/><Relationship Id="rId37" Type="http://schemas.openxmlformats.org/officeDocument/2006/relationships/slideLayout" Target="../slideLayouts/slideLayout91.xml"/><Relationship Id="rId38" Type="http://schemas.openxmlformats.org/officeDocument/2006/relationships/slideLayout" Target="../slideLayouts/slideLayout92.xml"/><Relationship Id="rId39" Type="http://schemas.openxmlformats.org/officeDocument/2006/relationships/slideLayout" Target="../slideLayouts/slideLayout93.xml"/><Relationship Id="rId40" Type="http://schemas.openxmlformats.org/officeDocument/2006/relationships/slideLayout" Target="../slideLayouts/slideLayout94.xml"/><Relationship Id="rId41" Type="http://schemas.openxmlformats.org/officeDocument/2006/relationships/slideLayout" Target="../slideLayouts/slideLayout95.xml"/><Relationship Id="rId42" Type="http://schemas.openxmlformats.org/officeDocument/2006/relationships/slideLayout" Target="../slideLayouts/slideLayout96.xml"/><Relationship Id="rId43" Type="http://schemas.openxmlformats.org/officeDocument/2006/relationships/slideLayout" Target="../slideLayouts/slideLayout97.xml"/><Relationship Id="rId44" Type="http://schemas.openxmlformats.org/officeDocument/2006/relationships/slideLayout" Target="../slideLayouts/slideLayout98.xml"/><Relationship Id="rId45" Type="http://schemas.openxmlformats.org/officeDocument/2006/relationships/slideLayout" Target="../slideLayouts/slideLayout99.xml"/><Relationship Id="rId46" Type="http://schemas.openxmlformats.org/officeDocument/2006/relationships/slideLayout" Target="../slideLayouts/slideLayout100.xml"/><Relationship Id="rId47" Type="http://schemas.openxmlformats.org/officeDocument/2006/relationships/slideLayout" Target="../slideLayouts/slideLayout101.xml"/><Relationship Id="rId48" Type="http://schemas.openxmlformats.org/officeDocument/2006/relationships/slideLayout" Target="../slideLayouts/slideLayout102.xml"/><Relationship Id="rId49" Type="http://schemas.openxmlformats.org/officeDocument/2006/relationships/slideLayout" Target="../slideLayouts/slideLayout103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699196abe_36_13111"/>
          <p:cNvSpPr txBox="1"/>
          <p:nvPr>
            <p:ph type="title"/>
          </p:nvPr>
        </p:nvSpPr>
        <p:spPr>
          <a:xfrm>
            <a:off x="415600" y="593367"/>
            <a:ext cx="11360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7" name="Google Shape;7;g3f699196abe_36_1311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Red Hat Display"/>
              <a:buChar char="▸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indent="-342900" lvl="1" marL="914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indent="-342900" lvl="2" marL="1371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indent="-342900" lvl="3" marL="18288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indent="-342900" lvl="4" marL="22860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indent="-342900" lvl="5" marL="27432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indent="-342900" lvl="6" marL="3200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indent="-342900" lvl="7" marL="3657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indent="-342900" lvl="8" marL="4114800" marR="0" rtl="0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8" name="Google Shape;8;g3f699196abe_36_13111"/>
          <p:cNvSpPr txBox="1"/>
          <p:nvPr/>
        </p:nvSpPr>
        <p:spPr>
          <a:xfrm>
            <a:off x="9677749" y="269825"/>
            <a:ext cx="20094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Update </a:t>
            </a:r>
            <a:r>
              <a:rPr b="1" i="0" lang="en" sz="700" u="none" cap="none" strike="noStrike">
                <a:solidFill>
                  <a:srgbClr val="000000"/>
                </a:solidFill>
                <a:latin typeface="Red Hat Text"/>
                <a:ea typeface="Red Hat Text"/>
                <a:cs typeface="Red Hat Text"/>
                <a:sym typeface="Red Hat Text"/>
              </a:rPr>
              <a:t>confidential</a:t>
            </a: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 designator here</a:t>
            </a:r>
            <a:endParaRPr b="0" i="0" sz="700" u="none" cap="none" strike="noStrike">
              <a:solidFill>
                <a:srgbClr val="000000"/>
              </a:solidFill>
              <a:latin typeface="Red Hat Text Medium"/>
              <a:ea typeface="Red Hat Text Medium"/>
              <a:cs typeface="Red Hat Text Medium"/>
              <a:sym typeface="Red Hat Text Medium"/>
            </a:endParaRPr>
          </a:p>
        </p:txBody>
      </p:sp>
      <p:sp>
        <p:nvSpPr>
          <p:cNvPr id="9" name="Google Shape;9;g3f699196abe_36_13111"/>
          <p:cNvSpPr txBox="1"/>
          <p:nvPr/>
        </p:nvSpPr>
        <p:spPr>
          <a:xfrm>
            <a:off x="8605243" y="6313250"/>
            <a:ext cx="2468400" cy="22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51515"/>
                </a:solidFill>
                <a:latin typeface="Red Hat Text"/>
                <a:ea typeface="Red Hat Text"/>
                <a:cs typeface="Red Hat Text"/>
                <a:sym typeface="Red Hat Text"/>
              </a:rPr>
              <a:t>Version number here V00000</a:t>
            </a:r>
            <a:endParaRPr b="0" i="0" sz="800" u="none" cap="none" strike="noStrike">
              <a:solidFill>
                <a:srgbClr val="151515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11"/>
          <p:cNvSpPr txBox="1"/>
          <p:nvPr>
            <p:ph type="title"/>
          </p:nvPr>
        </p:nvSpPr>
        <p:spPr>
          <a:xfrm>
            <a:off x="415600" y="593367"/>
            <a:ext cx="11360700" cy="7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Red Hat Display"/>
              <a:buNone/>
              <a:defRPr b="0" i="0" sz="3400" u="none" cap="none" strike="noStrike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839" name="Google Shape;839;p1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Red Hat Display"/>
              <a:buChar char="▸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1pPr>
            <a:lvl2pPr indent="-342900" lvl="1" marL="914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2pPr>
            <a:lvl3pPr indent="-342900" lvl="2" marL="1371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3pPr>
            <a:lvl4pPr indent="-342900" lvl="3" marL="18288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4pPr>
            <a:lvl5pPr indent="-342900" lvl="4" marL="22860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5pPr>
            <a:lvl6pPr indent="-342900" lvl="5" marL="27432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6pPr>
            <a:lvl7pPr indent="-342900" lvl="6" marL="32004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7pPr>
            <a:lvl8pPr indent="-342900" lvl="7" marL="3657600" marR="0" rtl="0" algn="l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8pPr>
            <a:lvl9pPr indent="-342900" lvl="8" marL="4114800" marR="0" rtl="0" algn="l">
              <a:lnSpc>
                <a:spcPct val="140000"/>
              </a:lnSpc>
              <a:spcBef>
                <a:spcPts val="500"/>
              </a:spcBef>
              <a:spcAft>
                <a:spcPts val="500"/>
              </a:spcAft>
              <a:buClr>
                <a:srgbClr val="000000"/>
              </a:buClr>
              <a:buSzPts val="1800"/>
              <a:buFont typeface="Red Hat Display"/>
              <a:buChar char="･"/>
              <a:defRPr b="0" i="0" sz="1800" u="none" cap="none" strike="noStrike">
                <a:solidFill>
                  <a:srgbClr val="000000"/>
                </a:solidFill>
                <a:latin typeface="Red Hat Display"/>
                <a:ea typeface="Red Hat Display"/>
                <a:cs typeface="Red Hat Display"/>
                <a:sym typeface="Red Hat Display"/>
              </a:defRPr>
            </a:lvl9pPr>
          </a:lstStyle>
          <a:p/>
        </p:txBody>
      </p:sp>
      <p:sp>
        <p:nvSpPr>
          <p:cNvPr id="840" name="Google Shape;840;p11"/>
          <p:cNvSpPr txBox="1"/>
          <p:nvPr/>
        </p:nvSpPr>
        <p:spPr>
          <a:xfrm>
            <a:off x="9677749" y="269825"/>
            <a:ext cx="2009400" cy="298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Update </a:t>
            </a:r>
            <a:r>
              <a:rPr b="1" i="0" lang="en" sz="700" u="none" cap="none" strike="noStrike">
                <a:solidFill>
                  <a:srgbClr val="000000"/>
                </a:solidFill>
                <a:latin typeface="Red Hat Text"/>
                <a:ea typeface="Red Hat Text"/>
                <a:cs typeface="Red Hat Text"/>
                <a:sym typeface="Red Hat Text"/>
              </a:rPr>
              <a:t>confidential</a:t>
            </a:r>
            <a:r>
              <a:rPr b="0" i="0" lang="en" sz="700" u="none" cap="none" strike="noStrike">
                <a:solidFill>
                  <a:srgbClr val="000000"/>
                </a:solidFill>
                <a:latin typeface="Red Hat Text Medium"/>
                <a:ea typeface="Red Hat Text Medium"/>
                <a:cs typeface="Red Hat Text Medium"/>
                <a:sym typeface="Red Hat Text Medium"/>
              </a:rPr>
              <a:t> designator here</a:t>
            </a:r>
            <a:endParaRPr b="0" i="0" sz="700" u="none" cap="none" strike="noStrike">
              <a:solidFill>
                <a:srgbClr val="000000"/>
              </a:solidFill>
              <a:latin typeface="Red Hat Text Medium"/>
              <a:ea typeface="Red Hat Text Medium"/>
              <a:cs typeface="Red Hat Text Medium"/>
              <a:sym typeface="Red Hat Text Medium"/>
            </a:endParaRPr>
          </a:p>
        </p:txBody>
      </p:sp>
      <p:sp>
        <p:nvSpPr>
          <p:cNvPr id="841" name="Google Shape;841;p11"/>
          <p:cNvSpPr txBox="1"/>
          <p:nvPr/>
        </p:nvSpPr>
        <p:spPr>
          <a:xfrm>
            <a:off x="8605243" y="6313250"/>
            <a:ext cx="2468400" cy="22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151515"/>
                </a:solidFill>
                <a:latin typeface="Red Hat Text"/>
                <a:ea typeface="Red Hat Text"/>
                <a:cs typeface="Red Hat Text"/>
                <a:sym typeface="Red Hat Text"/>
              </a:rPr>
              <a:t>Version number here V00000</a:t>
            </a:r>
            <a:endParaRPr b="0" i="0" sz="800" u="none" cap="none" strike="noStrike">
              <a:solidFill>
                <a:srgbClr val="151515"/>
              </a:solidFill>
              <a:latin typeface="Red Hat Text"/>
              <a:ea typeface="Red Hat Text"/>
              <a:cs typeface="Red Hat Text"/>
              <a:sym typeface="Red Hat Tex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  <p:sldLayoutId id="2147483715" r:id="rId12"/>
    <p:sldLayoutId id="2147483716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22" r:id="rId19"/>
    <p:sldLayoutId id="2147483723" r:id="rId20"/>
    <p:sldLayoutId id="2147483724" r:id="rId21"/>
    <p:sldLayoutId id="2147483725" r:id="rId22"/>
    <p:sldLayoutId id="2147483726" r:id="rId23"/>
    <p:sldLayoutId id="2147483727" r:id="rId24"/>
    <p:sldLayoutId id="2147483728" r:id="rId25"/>
    <p:sldLayoutId id="2147483729" r:id="rId26"/>
    <p:sldLayoutId id="2147483730" r:id="rId27"/>
    <p:sldLayoutId id="2147483731" r:id="rId28"/>
    <p:sldLayoutId id="2147483732" r:id="rId29"/>
    <p:sldLayoutId id="2147483733" r:id="rId30"/>
    <p:sldLayoutId id="2147483734" r:id="rId31"/>
    <p:sldLayoutId id="2147483735" r:id="rId32"/>
    <p:sldLayoutId id="2147483736" r:id="rId33"/>
    <p:sldLayoutId id="2147483737" r:id="rId34"/>
    <p:sldLayoutId id="2147483738" r:id="rId35"/>
    <p:sldLayoutId id="2147483739" r:id="rId36"/>
    <p:sldLayoutId id="2147483740" r:id="rId37"/>
    <p:sldLayoutId id="2147483741" r:id="rId38"/>
    <p:sldLayoutId id="2147483742" r:id="rId39"/>
    <p:sldLayoutId id="2147483743" r:id="rId40"/>
    <p:sldLayoutId id="2147483744" r:id="rId41"/>
    <p:sldLayoutId id="2147483745" r:id="rId42"/>
    <p:sldLayoutId id="2147483746" r:id="rId43"/>
    <p:sldLayoutId id="2147483747" r:id="rId44"/>
    <p:sldLayoutId id="2147483748" r:id="rId45"/>
    <p:sldLayoutId id="2147483749" r:id="rId46"/>
    <p:sldLayoutId id="2147483750" r:id="rId47"/>
    <p:sldLayoutId id="2147483751" r:id="rId48"/>
    <p:sldLayoutId id="2147483752" r:id="rId4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Self-Tuning Signal Intelligence on Commodity Hardware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Cascade Compression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10M</a:t>
            </a:r>
            <a:br/>
            <a:r>
              <a:t>signals/day</a:t>
            </a:r>
            <a:br/>
            <a:r>
              <a:t>at a mid-size bank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$540K</a:t>
            </a:r>
            <a:br/>
            <a:r>
              <a:t>3-year cloud</a:t>
            </a:r>
            <a:br/>
            <a:r>
              <a:t>API cost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signal hits an LLM.</a:t>
            </a:r>
            <a:br/>
            <a:r>
              <a:t>That's the problem.</a:t>
            </a:r>
            <a:br/>
            <a:br/>
            <a:r>
              <a:t>Enterprise AI processes millions of signals daily.</a:t>
            </a:r>
            <a:br/>
            <a:r>
              <a:t>The default: route everything to a model.</a:t>
            </a:r>
            <a:br/>
            <a:br/>
            <a:r>
              <a:t>• Cost scales linearly with volume</a:t>
            </a:r>
            <a:br/>
            <a:r>
              <a:t>• Latency degrades under load</a:t>
            </a:r>
            <a:br/>
            <a:r>
              <a:t>• 82-99% of signals are routine noise</a:t>
            </a:r>
            <a:br/>
            <a:br/>
            <a:r>
              <a:t>What if 82% of signals never needed</a:t>
            </a:r>
            <a:br/>
            <a:r>
              <a:t>inference at all?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NANO TIER (82-99%)</a:t>
            </a:r>
            <a:br/>
            <a:r>
              <a:t>Deterministic agents</a:t>
            </a:r>
            <a:br/>
            <a:r>
              <a:t>~1μs per signal</a:t>
            </a:r>
            <a:br/>
            <a:br/>
            <a:r>
              <a:t>• Deduplication (content hash)</a:t>
            </a:r>
            <a:br/>
            <a:r>
              <a:t>• Transient suppression</a:t>
            </a:r>
            <a:br/>
            <a:r>
              <a:t>• Severity gate</a:t>
            </a:r>
            <a:br/>
            <a:r>
              <a:t>• Pattern/threshold classifiers</a:t>
            </a:r>
            <a:br/>
            <a:r>
              <a:t>• Learned agents (discovered</a:t>
            </a:r>
            <a:br/>
            <a:r>
              <a:t>  at runtime from signal patterns)</a:t>
            </a:r>
            <a:br/>
            <a:r>
              <a:t>• Contextual suppressors</a:t>
            </a:r>
            <a:br/>
            <a:r>
              <a:t>  (101 learned in 24h)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MICRO TIER (1-15%)</a:t>
            </a:r>
            <a:br/>
            <a:r>
              <a:t>Small CPU LLM (Granite 2B/8B)</a:t>
            </a:r>
            <a:br/>
            <a:r>
              <a:t>~600ms per signal</a:t>
            </a:r>
            <a:br/>
            <a:br/>
            <a:r>
              <a:t>4 classification buckets:</a:t>
            </a:r>
            <a:br/>
            <a:r>
              <a:t>• routine_noise</a:t>
            </a:r>
            <a:br/>
            <a:r>
              <a:t>• known_pattern</a:t>
            </a:r>
            <a:br/>
            <a:r>
              <a:t>• needs_attention</a:t>
            </a:r>
            <a:br/>
            <a:r>
              <a:t>• real_incident</a:t>
            </a:r>
            <a:br/>
            <a:br/>
            <a:r>
              <a:t>MACRO TIER (&lt;1%)</a:t>
            </a:r>
            <a:br/>
            <a:r>
              <a:t>GPU LLM (Phi-4)</a:t>
            </a:r>
            <a:br/>
            <a:r>
              <a:t>~900ms per signal</a:t>
            </a:r>
            <a:br/>
            <a:r>
              <a:t>Structured evidence bundles:</a:t>
            </a:r>
            <a:br/>
            <a:r>
              <a:t>root cause, impact, remediation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tiers. Most signals never touch a model.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r>
              <a:t>Deterministic agents handle 82-99%. CPU models handle the rest.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Self-Tuning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T+0</a:t>
            </a:r>
            <a:br/>
            <a:r>
              <a:t>Zero agents</a:t>
            </a:r>
            <a:br/>
            <a:br/>
            <a:r>
              <a:t>T+15m</a:t>
            </a:r>
            <a:br/>
            <a:r>
              <a:t>First agent</a:t>
            </a:r>
            <a:br/>
            <a:r>
              <a:t>activated</a:t>
            </a:r>
            <a:br/>
            <a:br/>
            <a:r>
              <a:t>T+60m</a:t>
            </a:r>
            <a:br/>
            <a:r>
              <a:t>96%+</a:t>
            </a:r>
            <a:br/>
            <a:r>
              <a:t>compression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38</a:t>
            </a:r>
            <a:br/>
            <a:r>
              <a:t>agents</a:t>
            </a:r>
            <a:br/>
            <a:r>
              <a:t>discovered</a:t>
            </a:r>
            <a:br/>
            <a:br/>
            <a:r>
              <a:t>101</a:t>
            </a:r>
            <a:br/>
            <a:r>
              <a:t>contextual</a:t>
            </a:r>
            <a:br/>
            <a:r>
              <a:t>suppressors</a:t>
            </a:r>
            <a:br/>
            <a:br/>
            <a:r>
              <a:t>0</a:t>
            </a:r>
            <a:br/>
            <a:r>
              <a:t>false</a:t>
            </a:r>
            <a:br/>
            <a:r>
              <a:t>negatives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cascade discovers its own rules.</a:t>
            </a:r>
            <a:br/>
            <a:r>
              <a:t>No human writes agents.</a:t>
            </a:r>
            <a:br/>
            <a:br/>
            <a:r>
              <a:t>1. Corpus Analyzer detects patterns</a:t>
            </a:r>
            <a:br/>
            <a:r>
              <a:t>   (repeat floods, dominant types,</a:t>
            </a:r>
            <a:br/>
            <a:r>
              <a:t>   contextual noise)</a:t>
            </a:r>
            <a:br/>
            <a:br/>
            <a:r>
              <a:t>2. Proposes draft agents</a:t>
            </a:r>
            <a:br/>
            <a:br/>
            <a:r>
              <a:t>3. LLM validates (200+ samples,</a:t>
            </a:r>
            <a:br/>
            <a:r>
              <a:t>   zero important signals)</a:t>
            </a:r>
            <a:br/>
            <a:br/>
            <a:r>
              <a:t>4. Agent activates at nano tier</a:t>
            </a:r>
            <a:br/>
            <a:r>
              <a:t>   → LLM never sees that type again</a:t>
            </a:r>
            <a:br/>
            <a:br/>
            <a:r>
              <a:t>5. Five safety layers prevent</a:t>
            </a:r>
            <a:br/>
            <a:r>
              <a:t>   false negatives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LIVE SOAK (72+ hours)</a:t>
            </a:r>
            <a:br/>
            <a:br/>
            <a:r>
              <a:t>• 6.2M+ signals processed</a:t>
            </a:r>
            <a:br/>
            <a:r>
              <a:t>• K8s 82% / AAP 97% compression</a:t>
            </a:r>
            <a:br/>
            <a:r>
              <a:t>• 38 agents activated</a:t>
            </a:r>
            <a:br/>
            <a:r>
              <a:t>• 101 contextual suppressors</a:t>
            </a:r>
            <a:br/>
            <a:r>
              <a:t>• 511K+ CPU classifications</a:t>
            </a:r>
            <a:br/>
            <a:r>
              <a:t>• 19K+ GPU analyses</a:t>
            </a:r>
            <a:br/>
            <a:r>
              <a:t>• 1.2M+ ledger decision records</a:t>
            </a:r>
            <a:br/>
            <a:r>
              <a:t>• 15 pods across 9 clusters</a:t>
            </a:r>
            <a:br/>
            <a:r>
              <a:t>• 17 collectors feeding the cascade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SAFETY RESULTS</a:t>
            </a:r>
            <a:br/>
            <a:br/>
            <a:r>
              <a:t>• Shadow: 1,400+ checks, 0 demotions</a:t>
            </a:r>
            <a:br/>
            <a:r>
              <a:t>• GCL: independent audit running</a:t>
            </a:r>
            <a:br/>
            <a:r>
              <a:t>• FN gate: zero real misses</a:t>
            </a:r>
            <a:br/>
            <a:r>
              <a:t>• TTL: 72h expiry, re-qualification</a:t>
            </a:r>
            <a:br/>
            <a:br/>
            <a:r>
              <a:t>REPLAY VALIDATION</a:t>
            </a:r>
            <a:br/>
            <a:br/>
            <a:r>
              <a:t>• 142.4M K8s signals replayed</a:t>
            </a:r>
            <a:br/>
            <a:r>
              <a:t>• 99.1% compression</a:t>
            </a:r>
            <a:br/>
            <a:r>
              <a:t>• 3 hardened agents</a:t>
            </a:r>
            <a:br/>
            <a:r>
              <a:t>• Confirms compression ceiling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>
            <a:r>
              <a:t>Production Validation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6.2M+ live signals. 9 clusters. Zero false negatives.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r>
              <a:t>Running on Intel Xeon 6 — no GPU in the inference path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4"/>
          </p:nvPr>
        </p:nvSpPr>
        <p:spPr/>
        <p:txBody>
          <a:bodyPr/>
          <a:lstStyle/>
          <a:p/>
        </p:txBody>
      </p:sp>
      <p:sp>
        <p:nvSpPr>
          <p:cNvPr id="6" name="Subtitle 5"/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r>
              <a:t>$266K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6"/>
          </p:nvPr>
        </p:nvSpPr>
        <p:spPr/>
        <p:txBody>
          <a:bodyPr/>
          <a:lstStyle/>
          <a:p>
            <a:r>
              <a:t>GPU (H100)</a:t>
            </a:r>
            <a:br/>
            <a:r>
              <a:t>8x the cost.</a:t>
            </a:r>
            <a:br/>
            <a:r>
              <a:t>Same accuracy.</a:t>
            </a:r>
            <a:br/>
            <a:r>
              <a:t>Full GPU rack.</a:t>
            </a:r>
          </a:p>
        </p:txBody>
      </p:sp>
      <p:sp>
        <p:nvSpPr>
          <p:cNvPr id="8" name="Subtitle 7"/>
          <p:cNvSpPr>
            <a:spLocks noGrp="1"/>
          </p:cNvSpPr>
          <p:nvPr>
            <p:ph type="subTitle" idx="7"/>
          </p:nvPr>
        </p:nvSpPr>
        <p:spPr/>
        <p:txBody>
          <a:bodyPr/>
          <a:lstStyle/>
          <a:p>
            <a:r>
              <a:t>$540K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8"/>
          </p:nvPr>
        </p:nvSpPr>
        <p:spPr/>
        <p:txBody>
          <a:bodyPr/>
          <a:lstStyle/>
          <a:p>
            <a:r>
              <a:t>Cloud API</a:t>
            </a:r>
            <a:br/>
            <a:r>
              <a:t>16x the cost.</a:t>
            </a:r>
            <a:br/>
            <a:r>
              <a:t>No institutional</a:t>
            </a:r>
            <a:br/>
            <a:r>
              <a:t>memory. No learning.</a:t>
            </a:r>
          </a:p>
        </p:txBody>
      </p:sp>
      <p:sp>
        <p:nvSpPr>
          <p:cNvPr id="10" name="Subtitle 9"/>
          <p:cNvSpPr>
            <a:spLocks noGrp="1"/>
          </p:cNvSpPr>
          <p:nvPr>
            <p:ph type="subTitle" idx="9"/>
          </p:nvPr>
        </p:nvSpPr>
        <p:spPr/>
        <p:txBody>
          <a:bodyPr/>
          <a:lstStyle/>
          <a:p>
            <a:r>
              <a:t>$33K</a:t>
            </a:r>
          </a:p>
        </p:txBody>
      </p:sp>
      <p:sp>
        <p:nvSpPr>
          <p:cNvPr id="11" name="Subtitle 10"/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t>Cascade on Xeon 6</a:t>
            </a:r>
            <a:br/>
            <a:r>
              <a:t>CPU only. 13% server</a:t>
            </a:r>
            <a:br/>
            <a:r>
              <a:t>utilization with full</a:t>
            </a:r>
            <a:br/>
            <a:r>
              <a:t>governance stack.</a:t>
            </a:r>
          </a:p>
        </p:txBody>
      </p:sp>
      <p:sp>
        <p:nvSpPr>
          <p:cNvPr id="12" name="Subtitle 11"/>
          <p:cNvSpPr>
            <a:spLocks noGrp="1"/>
          </p:cNvSpPr>
          <p:nvPr>
            <p:ph type="subTitle" idx="14"/>
          </p:nvPr>
        </p:nvSpPr>
        <p:spPr/>
        <p:txBody>
          <a:bodyPr/>
          <a:lstStyle/>
          <a:p>
            <a:r>
              <a:t>TCO</a:t>
            </a:r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 change when 82% of signals don't need inference</a:t>
            </a:r>
          </a:p>
        </p:txBody>
      </p:sp>
      <p:sp>
        <p:nvSpPr>
          <p:cNvPr id="14" name="Subtitle 1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r>
              <a:t>3-year cost comparison processing 10M signals/day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Model Benchmarks (Xeon 6 CPU)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Per-Tier</a:t>
            </a:r>
            <a:br/>
            <a:r>
              <a:t>Routing</a:t>
            </a:r>
            <a:br/>
            <a:br/>
            <a:r>
              <a:t>Micro: Granite 2B</a:t>
            </a:r>
            <a:br/>
            <a:r>
              <a:t>(medium/low)</a:t>
            </a:r>
            <a:br/>
            <a:br/>
            <a:r>
              <a:t>Macro: Phi-4</a:t>
            </a:r>
            <a:br/>
            <a:r>
              <a:t>(critical/high)</a:t>
            </a:r>
            <a:br/>
            <a:br/>
            <a:r>
              <a:t>No hardcoded</a:t>
            </a:r>
            <a:br/>
            <a:r>
              <a:t>defaults —</a:t>
            </a:r>
            <a:br/>
            <a:r>
              <a:t>operator chooses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100%</a:t>
            </a:r>
            <a:br/>
            <a:r>
              <a:t>Deterministic</a:t>
            </a:r>
            <a:br/>
            <a:br/>
            <a:r>
              <a:t>Same input</a:t>
            </a:r>
            <a:br/>
            <a:r>
              <a:t>same output</a:t>
            </a:r>
            <a:br/>
            <a:r>
              <a:t>every time</a:t>
            </a:r>
            <a:br/>
            <a:r>
              <a:t>at temp=0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CPU inference is fast enough</a:t>
            </a:r>
            <a:br/>
            <a:r>
              <a:t>when 82% of signals are already handled</a:t>
            </a:r>
            <a:br/>
            <a:br/>
            <a:r>
              <a:t>granite-8b: 14/20, 860ms, 0 dangerous</a:t>
            </a:r>
            <a:br/>
            <a:r>
              <a:t>phi4-mini:    14/20, 734ms, 0 dangerous</a:t>
            </a:r>
            <a:br/>
            <a:r>
              <a:t>granite-2b:  13/20, 677ms, 1 dangerous</a:t>
            </a:r>
            <a:br/>
            <a:br/>
            <a:r>
              <a:t>All models 100% deterministic at temp=0</a:t>
            </a:r>
            <a:br/>
            <a:br/>
            <a:r>
              <a:t>Prompt tuning: 0.9% → 37.3% noise rate</a:t>
            </a:r>
            <a:br/>
            <a:r>
              <a:t>while maintaining 0 false negatives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Five Safety Layers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Immutable</a:t>
            </a:r>
            <a:br/>
            <a:r>
              <a:t>Ledger</a:t>
            </a:r>
            <a:br/>
            <a:br/>
            <a:r>
              <a:t>1.2M+</a:t>
            </a:r>
            <a:br/>
            <a:r>
              <a:t>decision</a:t>
            </a:r>
            <a:br/>
            <a:r>
              <a:t>records</a:t>
            </a:r>
            <a:br/>
            <a:br/>
            <a:r>
              <a:t>Hash-chained</a:t>
            </a:r>
            <a:br/>
            <a:r>
              <a:t>append-only</a:t>
            </a:r>
            <a:br/>
            <a:r>
              <a:t>audit trail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Shadow</a:t>
            </a:r>
            <a:br/>
            <a:r>
              <a:t>Results</a:t>
            </a:r>
            <a:br/>
            <a:br/>
            <a:r>
              <a:t>1,400+</a:t>
            </a:r>
            <a:br/>
            <a:r>
              <a:t>checks</a:t>
            </a:r>
            <a:br/>
            <a:br/>
            <a:r>
              <a:t>0</a:t>
            </a:r>
            <a:br/>
            <a:r>
              <a:t>demotions</a:t>
            </a:r>
            <a:br/>
            <a:br/>
            <a:r>
              <a:t>Agents are</a:t>
            </a:r>
            <a:br/>
            <a:r>
              <a:t>correct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 single layer can be bypassed.</a:t>
            </a:r>
            <a:br/>
            <a:br/>
            <a:r>
              <a:t>1. Zero-FN Gate</a:t>
            </a:r>
            <a:br/>
            <a:r>
              <a:t>   200+ samples, 0 important → 95.1%</a:t>
            </a:r>
            <a:br/>
            <a:r>
              <a:t>   confidence FN rate &lt; 1.5%</a:t>
            </a:r>
            <a:br/>
            <a:br/>
            <a:r>
              <a:t>2. Shadow Validation</a:t>
            </a:r>
            <a:br/>
            <a:r>
              <a:t>   5% re-checked by independent model</a:t>
            </a:r>
            <a:br/>
            <a:r>
              <a:t>   (Phi-4 ≠ Granite → no correlated errors)</a:t>
            </a:r>
            <a:br/>
            <a:br/>
            <a:r>
              <a:t>3. GCL Audit</a:t>
            </a:r>
            <a:br/>
            <a:r>
              <a:t>   Independent adversary: "argue why</a:t>
            </a:r>
            <a:br/>
            <a:r>
              <a:t>   this signal should NOT be dropped"</a:t>
            </a:r>
            <a:br/>
            <a:br/>
            <a:r>
              <a:t>4. 72h TTL</a:t>
            </a:r>
            <a:br/>
            <a:r>
              <a:t>   Every agent expires and re-qualifies</a:t>
            </a:r>
            <a:br/>
            <a:br/>
            <a:r>
              <a:t>5. Instant Demotion + Cooling-Off</a:t>
            </a:r>
            <a:br/>
            <a:r>
              <a:t>   Any confirmed FN → immediate deactivation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Domain Agnostic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17</a:t>
            </a:r>
            <a:br/>
            <a:r>
              <a:t>collectors</a:t>
            </a:r>
            <a:br/>
            <a:br/>
            <a:r>
              <a:t>9</a:t>
            </a:r>
            <a:br/>
            <a:r>
              <a:t>domain</a:t>
            </a:r>
            <a:br/>
            <a:r>
              <a:t>packs</a:t>
            </a:r>
            <a:br/>
            <a:br/>
            <a:r>
              <a:t>760</a:t>
            </a:r>
            <a:br/>
            <a:r>
              <a:t>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24,718</a:t>
            </a:r>
            <a:br/>
            <a:r>
              <a:t>lines of</a:t>
            </a:r>
            <a:br/>
            <a:r>
              <a:t>Python</a:t>
            </a:r>
            <a:br/>
            <a:br/>
            <a:r>
              <a:t>100</a:t>
            </a:r>
            <a:br/>
            <a:r>
              <a:t>source</a:t>
            </a:r>
            <a:br/>
            <a:r>
              <a:t>files</a:t>
            </a:r>
            <a:br/>
            <a:br/>
            <a:r>
              <a:t>CDD→TDD</a:t>
            </a:r>
            <a:br/>
            <a:r>
              <a:t>→EDD→BDD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Same framework. Nine domains.</a:t>
            </a:r>
            <a:br/>
            <a:r>
              <a:t>Zero engine changes.</a:t>
            </a:r>
            <a:br/>
            <a:br/>
            <a:r>
              <a:t>Collector + Prompt + Data = Domain Pack</a:t>
            </a:r>
            <a:br/>
            <a:br/>
            <a:r>
              <a:t>• Kubernetes (82%, production)</a:t>
            </a:r>
            <a:br/>
            <a:r>
              <a:t>• AAP/Ansible (97%, production)</a:t>
            </a:r>
            <a:br/>
            <a:r>
              <a:t>• Prometheus/Thanos</a:t>
            </a:r>
            <a:br/>
            <a:r>
              <a:t>• Ceph/ODF storage</a:t>
            </a:r>
            <a:br/>
            <a:r>
              <a:t>• ArgoCD, OVN, Poolboy, Babylon</a:t>
            </a:r>
            <a:br/>
            <a:r>
              <a:t>• Financial Services (61%, cold start)</a:t>
            </a:r>
            <a:br/>
            <a:r>
              <a:t>• Healthcare (91%, cold start)</a:t>
            </a:r>
            <a:br/>
            <a:r>
              <a:t>• Insurance (81%, cold start)</a:t>
            </a:r>
            <a:br/>
            <a:r>
              <a:t>• Retail (88%, cold start)</a:t>
            </a:r>
            <a:br/>
            <a:r>
              <a:t>• Telecom (94%, cold start)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Get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What</a:t>
            </a:r>
            <a:br/>
            <a:r>
              <a:t>You Need</a:t>
            </a:r>
            <a:br/>
            <a:br/>
            <a:r>
              <a:t>• Xeon 6 server</a:t>
            </a:r>
            <a:br/>
            <a:r>
              <a:t>  (or any x86 CPU)</a:t>
            </a:r>
            <a:br/>
            <a:r>
              <a:t>• LLM endpoint</a:t>
            </a:r>
            <a:br/>
            <a:r>
              <a:t>• Data source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What</a:t>
            </a:r>
            <a:br/>
            <a:r>
              <a:t>You Get</a:t>
            </a:r>
            <a:br/>
            <a:br/>
            <a:r>
              <a:t>• 82-99%</a:t>
            </a:r>
            <a:br/>
            <a:r>
              <a:t>  compression</a:t>
            </a:r>
            <a:br/>
            <a:r>
              <a:t>• Zero FN</a:t>
            </a:r>
            <a:br/>
            <a:r>
              <a:t>• Institutional</a:t>
            </a:r>
            <a:br/>
            <a:r>
              <a:t>  memory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 install cascade-compression</a:t>
            </a:r>
            <a:br/>
            <a:br/>
            <a:r>
              <a:t>cascade-run \</a:t>
            </a:r>
            <a:br/>
            <a:r>
              <a:t>  --domain kubernetes \</a:t>
            </a:r>
            <a:br/>
            <a:r>
              <a:t>  --llm-url https://your-llm/v1 \</a:t>
            </a:r>
            <a:br/>
            <a:r>
              <a:t>  --llm-key sk-...</a:t>
            </a:r>
            <a:br/>
            <a:br/>
            <a:r>
              <a:t>Or deploy on OpenShift:</a:t>
            </a:r>
            <a:br/>
            <a:r>
              <a:t>  oc apply -f deploy/openshift-federated.yaml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Cascade Compression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r>
              <a:t>Bring your signals. See the compression in real time.</a:t>
            </a:r>
            <a:br/>
            <a:br/>
            <a:r>
              <a:t>https://github.com/jkershawrh/cascade-compression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ed Hat - Light">
  <a:themeElements>
    <a:clrScheme name="Simple Light">
      <a:dk1>
        <a:srgbClr val="151515"/>
      </a:dk1>
      <a:lt1>
        <a:srgbClr val="FFFFFF"/>
      </a:lt1>
      <a:dk2>
        <a:srgbClr val="5F0000"/>
      </a:dk2>
      <a:lt2>
        <a:srgbClr val="A60000"/>
      </a:lt2>
      <a:accent1>
        <a:srgbClr val="EE0000"/>
      </a:accent1>
      <a:accent2>
        <a:srgbClr val="F56E6E"/>
      </a:accent2>
      <a:accent3>
        <a:srgbClr val="F9A8A8"/>
      </a:accent3>
      <a:accent4>
        <a:srgbClr val="F2F2F2"/>
      </a:accent4>
      <a:accent5>
        <a:srgbClr val="63993D"/>
      </a:accent5>
      <a:accent6>
        <a:srgbClr val="F0561D"/>
      </a:accent6>
      <a:hlink>
        <a:srgbClr val="0066C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ed Hat - Light">
  <a:themeElements>
    <a:clrScheme name="Simple Light">
      <a:dk1>
        <a:srgbClr val="151515"/>
      </a:dk1>
      <a:lt1>
        <a:srgbClr val="FFFFFF"/>
      </a:lt1>
      <a:dk2>
        <a:srgbClr val="5F0000"/>
      </a:dk2>
      <a:lt2>
        <a:srgbClr val="A60000"/>
      </a:lt2>
      <a:accent1>
        <a:srgbClr val="EE0000"/>
      </a:accent1>
      <a:accent2>
        <a:srgbClr val="F56E6E"/>
      </a:accent2>
      <a:accent3>
        <a:srgbClr val="F9A8A8"/>
      </a:accent3>
      <a:accent4>
        <a:srgbClr val="F2F2F2"/>
      </a:accent4>
      <a:accent5>
        <a:srgbClr val="63993D"/>
      </a:accent5>
      <a:accent6>
        <a:srgbClr val="F0561D"/>
      </a:accent6>
      <a:hlink>
        <a:srgbClr val="0066C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